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2" r:id="rId3"/>
    <p:sldId id="269" r:id="rId4"/>
    <p:sldId id="262" r:id="rId5"/>
    <p:sldId id="278" r:id="rId6"/>
    <p:sldId id="274" r:id="rId7"/>
    <p:sldId id="280" r:id="rId8"/>
    <p:sldId id="282" r:id="rId9"/>
    <p:sldId id="283" r:id="rId10"/>
  </p:sldIdLst>
  <p:sldSz cx="12192000" cy="6858000"/>
  <p:notesSz cx="6858000" cy="9144000"/>
  <p:embeddedFontLst>
    <p:embeddedFont>
      <p:font typeface="印品黑体" panose="02010600030101010101" charset="-122"/>
      <p:regular r:id="rId11"/>
    </p:embeddedFont>
    <p:embeddedFont>
      <p:font typeface="等线" panose="02010600030101010101" pitchFamily="2" charset="-122"/>
      <p:regular r:id="rId12"/>
      <p:bold r:id="rId13"/>
    </p:embeddedFont>
    <p:embeddedFont>
      <p:font typeface="微软雅黑" panose="020B0503020204020204" pitchFamily="34" charset="-122"/>
      <p:regular r:id="rId14"/>
      <p:bold r:id="rId15"/>
    </p:embeddedFont>
    <p:embeddedFont>
      <p:font typeface="微软雅黑" panose="020B0503020204020204" pitchFamily="34" charset="-122"/>
      <p:regular r:id="rId14"/>
      <p:bold r:id="rId1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pos="1935" userDrawn="1">
          <p15:clr>
            <a:srgbClr val="A4A3A4"/>
          </p15:clr>
        </p15:guide>
        <p15:guide id="4" pos="1209" userDrawn="1">
          <p15:clr>
            <a:srgbClr val="A4A3A4"/>
          </p15:clr>
        </p15:guide>
        <p15:guide id="5" pos="6516" userDrawn="1">
          <p15:clr>
            <a:srgbClr val="A4A3A4"/>
          </p15:clr>
        </p15:guide>
        <p15:guide id="6" pos="6471" userDrawn="1">
          <p15:clr>
            <a:srgbClr val="A4A3A4"/>
          </p15:clr>
        </p15:guide>
        <p15:guide id="8" orient="horz" pos="1366" userDrawn="1">
          <p15:clr>
            <a:srgbClr val="A4A3A4"/>
          </p15:clr>
        </p15:guide>
        <p15:guide id="9" orient="horz" pos="20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阳 焦" initials="阳" lastIdx="1" clrIdx="0">
    <p:extLst>
      <p:ext uri="{19B8F6BF-5375-455C-9EA6-DF929625EA0E}">
        <p15:presenceInfo xmlns:p15="http://schemas.microsoft.com/office/powerpoint/2012/main" userId="d6067abbe33a16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1F3E"/>
    <a:srgbClr val="C9332F"/>
    <a:srgbClr val="0F8A36"/>
    <a:srgbClr val="114BA3"/>
    <a:srgbClr val="3F3F3F"/>
    <a:srgbClr val="D61D3D"/>
    <a:srgbClr val="5A5A5A"/>
    <a:srgbClr val="56565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22" autoAdjust="0"/>
    <p:restoredTop sz="94660"/>
  </p:normalViewPr>
  <p:slideViewPr>
    <p:cSldViewPr snapToGrid="0" showGuides="1">
      <p:cViewPr>
        <p:scale>
          <a:sx n="93" d="100"/>
          <a:sy n="93" d="100"/>
        </p:scale>
        <p:origin x="480" y="66"/>
      </p:cViewPr>
      <p:guideLst>
        <p:guide orient="horz" pos="2183"/>
        <p:guide pos="3840"/>
        <p:guide pos="1935"/>
        <p:guide pos="1209"/>
        <p:guide pos="6516"/>
        <p:guide pos="6471"/>
        <p:guide orient="horz" pos="1366"/>
        <p:guide orient="horz" pos="20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NO.1</c:v>
                </c:pt>
              </c:strCache>
            </c:strRef>
          </c:tx>
          <c:spPr>
            <a:solidFill>
              <a:srgbClr val="C9332F"/>
            </a:solidFill>
            <a:ln>
              <a:noFill/>
            </a:ln>
            <a:effectLst/>
          </c:spPr>
          <c:invertIfNegative val="0"/>
          <c:dPt>
            <c:idx val="0"/>
            <c:invertIfNegative val="0"/>
            <c:bubble3D val="0"/>
            <c:spPr>
              <a:solidFill>
                <a:srgbClr val="0F8A36"/>
              </a:solidFill>
              <a:ln>
                <a:noFill/>
              </a:ln>
              <a:effectLst/>
            </c:spPr>
            <c:extLst>
              <c:ext xmlns:c16="http://schemas.microsoft.com/office/drawing/2014/chart" uri="{C3380CC4-5D6E-409C-BE32-E72D297353CC}">
                <c16:uniqueId val="{00000001-57A6-451B-9C4A-159156460E61}"/>
              </c:ext>
            </c:extLst>
          </c:dPt>
          <c:dPt>
            <c:idx val="1"/>
            <c:invertIfNegative val="0"/>
            <c:bubble3D val="0"/>
            <c:spPr>
              <a:solidFill>
                <a:srgbClr val="C9332F"/>
              </a:solidFill>
              <a:ln>
                <a:noFill/>
              </a:ln>
              <a:effectLst/>
            </c:spPr>
            <c:extLst>
              <c:ext xmlns:c16="http://schemas.microsoft.com/office/drawing/2014/chart" uri="{C3380CC4-5D6E-409C-BE32-E72D297353CC}">
                <c16:uniqueId val="{00000003-57A6-451B-9C4A-159156460E61}"/>
              </c:ext>
            </c:extLst>
          </c:dPt>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2011</c:v>
                </c:pt>
                <c:pt idx="1">
                  <c:v>2012</c:v>
                </c:pt>
              </c:numCache>
            </c:numRef>
          </c:cat>
          <c:val>
            <c:numRef>
              <c:f>Sheet1!$B$2:$B$3</c:f>
              <c:numCache>
                <c:formatCode>General</c:formatCode>
                <c:ptCount val="2"/>
                <c:pt idx="0">
                  <c:v>8615</c:v>
                </c:pt>
                <c:pt idx="1">
                  <c:v>9921</c:v>
                </c:pt>
              </c:numCache>
            </c:numRef>
          </c:val>
          <c:extLst>
            <c:ext xmlns:c16="http://schemas.microsoft.com/office/drawing/2014/chart" uri="{C3380CC4-5D6E-409C-BE32-E72D297353CC}">
              <c16:uniqueId val="{00000004-57A6-451B-9C4A-159156460E61}"/>
            </c:ext>
          </c:extLst>
        </c:ser>
        <c:ser>
          <c:idx val="1"/>
          <c:order val="1"/>
          <c:tx>
            <c:strRef>
              <c:f>Sheet1!$C$1</c:f>
              <c:strCache>
                <c:ptCount val="1"/>
                <c:pt idx="0">
                  <c:v>NO.2</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2011</c:v>
                </c:pt>
                <c:pt idx="1">
                  <c:v>2012</c:v>
                </c:pt>
              </c:numCache>
            </c:numRef>
          </c:cat>
          <c:val>
            <c:numRef>
              <c:f>Sheet1!$C$2:$C$3</c:f>
              <c:numCache>
                <c:formatCode>General</c:formatCode>
                <c:ptCount val="2"/>
                <c:pt idx="0">
                  <c:v>3799</c:v>
                </c:pt>
                <c:pt idx="1">
                  <c:v>4536</c:v>
                </c:pt>
              </c:numCache>
            </c:numRef>
          </c:val>
          <c:extLst>
            <c:ext xmlns:c16="http://schemas.microsoft.com/office/drawing/2014/chart" uri="{C3380CC4-5D6E-409C-BE32-E72D297353CC}">
              <c16:uniqueId val="{00000005-57A6-451B-9C4A-159156460E61}"/>
            </c:ext>
          </c:extLst>
        </c:ser>
        <c:dLbls>
          <c:showLegendKey val="0"/>
          <c:showVal val="0"/>
          <c:showCatName val="0"/>
          <c:showSerName val="0"/>
          <c:showPercent val="0"/>
          <c:showBubbleSize val="0"/>
        </c:dLbls>
        <c:gapWidth val="219"/>
        <c:overlap val="-27"/>
        <c:axId val="-1867887632"/>
        <c:axId val="-1867885584"/>
      </c:barChart>
      <c:catAx>
        <c:axId val="-1867887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67885584"/>
        <c:crosses val="autoZero"/>
        <c:auto val="1"/>
        <c:lblAlgn val="ctr"/>
        <c:lblOffset val="100"/>
        <c:noMultiLvlLbl val="0"/>
      </c:catAx>
      <c:valAx>
        <c:axId val="-1867885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67887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NO.1</c:v>
                </c:pt>
              </c:strCache>
            </c:strRef>
          </c:tx>
          <c:spPr>
            <a:gradFill>
              <a:gsLst>
                <a:gs pos="0">
                  <a:srgbClr val="3E98E6"/>
                </a:gs>
                <a:gs pos="100000">
                  <a:srgbClr val="1047A4"/>
                </a:gs>
              </a:gsLst>
              <a:lin ang="5400000" scaled="1"/>
            </a:gradFill>
            <a:ln>
              <a:noFill/>
            </a:ln>
            <a:effectLst/>
          </c:spPr>
          <c:invertIfNegative val="0"/>
          <c:dPt>
            <c:idx val="0"/>
            <c:invertIfNegative val="0"/>
            <c:bubble3D val="0"/>
            <c:spPr>
              <a:solidFill>
                <a:srgbClr val="0F8A36"/>
              </a:solidFill>
              <a:ln>
                <a:noFill/>
              </a:ln>
              <a:effectLst/>
            </c:spPr>
            <c:extLst>
              <c:ext xmlns:c16="http://schemas.microsoft.com/office/drawing/2014/chart" uri="{C3380CC4-5D6E-409C-BE32-E72D297353CC}">
                <c16:uniqueId val="{00000001-81E8-489D-BDC0-4BFF1D29810F}"/>
              </c:ext>
            </c:extLst>
          </c:dPt>
          <c:dPt>
            <c:idx val="1"/>
            <c:invertIfNegative val="0"/>
            <c:bubble3D val="0"/>
            <c:spPr>
              <a:solidFill>
                <a:srgbClr val="114BA3"/>
              </a:solidFill>
              <a:ln>
                <a:noFill/>
              </a:ln>
              <a:effectLst/>
            </c:spPr>
            <c:extLst>
              <c:ext xmlns:c16="http://schemas.microsoft.com/office/drawing/2014/chart" uri="{C3380CC4-5D6E-409C-BE32-E72D297353CC}">
                <c16:uniqueId val="{00000003-81E8-489D-BDC0-4BFF1D29810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2011</c:v>
                </c:pt>
                <c:pt idx="1">
                  <c:v>2012</c:v>
                </c:pt>
              </c:numCache>
            </c:numRef>
          </c:cat>
          <c:val>
            <c:numRef>
              <c:f>Sheet1!$B$2:$B$3</c:f>
              <c:numCache>
                <c:formatCode>0.00%</c:formatCode>
                <c:ptCount val="2"/>
                <c:pt idx="0">
                  <c:v>2.3699999999999999E-2</c:v>
                </c:pt>
                <c:pt idx="1">
                  <c:v>2.3300000000000001E-2</c:v>
                </c:pt>
              </c:numCache>
            </c:numRef>
          </c:val>
          <c:extLst>
            <c:ext xmlns:c16="http://schemas.microsoft.com/office/drawing/2014/chart" uri="{C3380CC4-5D6E-409C-BE32-E72D297353CC}">
              <c16:uniqueId val="{00000004-81E8-489D-BDC0-4BFF1D29810F}"/>
            </c:ext>
          </c:extLst>
        </c:ser>
        <c:ser>
          <c:idx val="1"/>
          <c:order val="1"/>
          <c:tx>
            <c:strRef>
              <c:f>Sheet1!$C$1</c:f>
              <c:strCache>
                <c:ptCount val="1"/>
                <c:pt idx="0">
                  <c:v>NO.2</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2011</c:v>
                </c:pt>
                <c:pt idx="1">
                  <c:v>2012</c:v>
                </c:pt>
              </c:numCache>
            </c:numRef>
          </c:cat>
          <c:val>
            <c:numRef>
              <c:f>Sheet1!$C$2:$C$3</c:f>
              <c:numCache>
                <c:formatCode>0.00%</c:formatCode>
                <c:ptCount val="2"/>
                <c:pt idx="0">
                  <c:v>4.8500000000000001E-2</c:v>
                </c:pt>
                <c:pt idx="1">
                  <c:v>4.9599999999999998E-2</c:v>
                </c:pt>
              </c:numCache>
            </c:numRef>
          </c:val>
          <c:extLst>
            <c:ext xmlns:c16="http://schemas.microsoft.com/office/drawing/2014/chart" uri="{C3380CC4-5D6E-409C-BE32-E72D297353CC}">
              <c16:uniqueId val="{00000005-81E8-489D-BDC0-4BFF1D29810F}"/>
            </c:ext>
          </c:extLst>
        </c:ser>
        <c:dLbls>
          <c:showLegendKey val="0"/>
          <c:showVal val="0"/>
          <c:showCatName val="0"/>
          <c:showSerName val="0"/>
          <c:showPercent val="0"/>
          <c:showBubbleSize val="0"/>
        </c:dLbls>
        <c:gapWidth val="219"/>
        <c:overlap val="-27"/>
        <c:axId val="-1867926672"/>
        <c:axId val="-1867924624"/>
      </c:barChart>
      <c:catAx>
        <c:axId val="-1867926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67924624"/>
        <c:crosses val="autoZero"/>
        <c:auto val="1"/>
        <c:lblAlgn val="ctr"/>
        <c:lblOffset val="100"/>
        <c:noMultiLvlLbl val="0"/>
      </c:catAx>
      <c:valAx>
        <c:axId val="-186792462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679266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NO.1</c:v>
                </c:pt>
              </c:strCache>
            </c:strRef>
          </c:tx>
          <c:spPr>
            <a:gradFill>
              <a:gsLst>
                <a:gs pos="0">
                  <a:srgbClr val="3E98E6"/>
                </a:gs>
                <a:gs pos="100000">
                  <a:srgbClr val="1047A4"/>
                </a:gs>
              </a:gsLst>
              <a:lin ang="5400000" scaled="1"/>
            </a:gradFill>
            <a:ln>
              <a:noFill/>
            </a:ln>
            <a:effectLst/>
          </c:spPr>
          <c:invertIfNegative val="0"/>
          <c:dPt>
            <c:idx val="0"/>
            <c:invertIfNegative val="0"/>
            <c:bubble3D val="0"/>
            <c:spPr>
              <a:solidFill>
                <a:srgbClr val="C9332F"/>
              </a:solidFill>
              <a:ln>
                <a:noFill/>
              </a:ln>
              <a:effectLst/>
            </c:spPr>
            <c:extLst>
              <c:ext xmlns:c16="http://schemas.microsoft.com/office/drawing/2014/chart" uri="{C3380CC4-5D6E-409C-BE32-E72D297353CC}">
                <c16:uniqueId val="{00000001-4ADE-4DE9-9FF0-A6D416843E18}"/>
              </c:ext>
            </c:extLst>
          </c:dPt>
          <c:dPt>
            <c:idx val="1"/>
            <c:invertIfNegative val="0"/>
            <c:bubble3D val="0"/>
            <c:spPr>
              <a:solidFill>
                <a:srgbClr val="114BA3"/>
              </a:solidFill>
              <a:ln>
                <a:noFill/>
              </a:ln>
              <a:effectLst/>
            </c:spPr>
            <c:extLst>
              <c:ext xmlns:c16="http://schemas.microsoft.com/office/drawing/2014/chart" uri="{C3380CC4-5D6E-409C-BE32-E72D297353CC}">
                <c16:uniqueId val="{00000003-4ADE-4DE9-9FF0-A6D416843E1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2011</c:v>
                </c:pt>
                <c:pt idx="1">
                  <c:v>2012</c:v>
                </c:pt>
              </c:numCache>
            </c:numRef>
          </c:cat>
          <c:val>
            <c:numRef>
              <c:f>Sheet1!$B$2:$B$3</c:f>
              <c:numCache>
                <c:formatCode>General</c:formatCode>
                <c:ptCount val="2"/>
                <c:pt idx="0">
                  <c:v>0.66879999999999995</c:v>
                </c:pt>
                <c:pt idx="1">
                  <c:v>0.71560000000000001</c:v>
                </c:pt>
              </c:numCache>
            </c:numRef>
          </c:val>
          <c:extLst>
            <c:ext xmlns:c16="http://schemas.microsoft.com/office/drawing/2014/chart" uri="{C3380CC4-5D6E-409C-BE32-E72D297353CC}">
              <c16:uniqueId val="{00000004-4ADE-4DE9-9FF0-A6D416843E18}"/>
            </c:ext>
          </c:extLst>
        </c:ser>
        <c:ser>
          <c:idx val="1"/>
          <c:order val="1"/>
          <c:tx>
            <c:strRef>
              <c:f>Sheet1!$C$1</c:f>
              <c:strCache>
                <c:ptCount val="1"/>
                <c:pt idx="0">
                  <c:v>NO.2</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2011</c:v>
                </c:pt>
                <c:pt idx="1">
                  <c:v>2012</c:v>
                </c:pt>
              </c:numCache>
            </c:numRef>
          </c:cat>
          <c:val>
            <c:numRef>
              <c:f>Sheet1!$C$2:$C$3</c:f>
              <c:numCache>
                <c:formatCode>General</c:formatCode>
                <c:ptCount val="2"/>
                <c:pt idx="0">
                  <c:v>0.65129999999999999</c:v>
                </c:pt>
                <c:pt idx="1">
                  <c:v>0.67820000000000003</c:v>
                </c:pt>
              </c:numCache>
            </c:numRef>
          </c:val>
          <c:extLst>
            <c:ext xmlns:c16="http://schemas.microsoft.com/office/drawing/2014/chart" uri="{C3380CC4-5D6E-409C-BE32-E72D297353CC}">
              <c16:uniqueId val="{00000005-4ADE-4DE9-9FF0-A6D416843E18}"/>
            </c:ext>
          </c:extLst>
        </c:ser>
        <c:dLbls>
          <c:showLegendKey val="0"/>
          <c:showVal val="0"/>
          <c:showCatName val="0"/>
          <c:showSerName val="0"/>
          <c:showPercent val="0"/>
          <c:showBubbleSize val="0"/>
        </c:dLbls>
        <c:gapWidth val="219"/>
        <c:overlap val="-27"/>
        <c:axId val="-1921571040"/>
        <c:axId val="-1921582128"/>
      </c:barChart>
      <c:catAx>
        <c:axId val="-1921571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921582128"/>
        <c:crosses val="autoZero"/>
        <c:auto val="1"/>
        <c:lblAlgn val="ctr"/>
        <c:lblOffset val="100"/>
        <c:noMultiLvlLbl val="0"/>
      </c:catAx>
      <c:valAx>
        <c:axId val="-19215821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921571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768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298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647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080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639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7961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4150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59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641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7845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695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7874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chart" Target="../charts/chart3.xml"/><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a:extLst>
              <a:ext uri="{FF2B5EF4-FFF2-40B4-BE49-F238E27FC236}">
                <a16:creationId xmlns:a16="http://schemas.microsoft.com/office/drawing/2014/main" id="{992ED91C-7AF9-6578-7545-2933B1D7724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50000" b="7746"/>
          <a:stretch/>
        </p:blipFill>
        <p:spPr>
          <a:xfrm>
            <a:off x="6262687" y="1"/>
            <a:ext cx="5929313" cy="8553450"/>
          </a:xfrm>
          <a:prstGeom prst="rect">
            <a:avLst/>
          </a:prstGeom>
        </p:spPr>
      </p:pic>
      <p:pic>
        <p:nvPicPr>
          <p:cNvPr id="3" name="图片 2">
            <a:extLst>
              <a:ext uri="{FF2B5EF4-FFF2-40B4-BE49-F238E27FC236}">
                <a16:creationId xmlns:a16="http://schemas.microsoft.com/office/drawing/2014/main" id="{B291EAAF-FB0E-FE1F-5633-647A856B67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9179" y="-228318"/>
            <a:ext cx="10857379" cy="8447040"/>
          </a:xfrm>
          <a:prstGeom prst="rect">
            <a:avLst/>
          </a:prstGeom>
        </p:spPr>
      </p:pic>
      <p:sp>
        <p:nvSpPr>
          <p:cNvPr id="25" name="文本框 24">
            <a:extLst>
              <a:ext uri="{FF2B5EF4-FFF2-40B4-BE49-F238E27FC236}">
                <a16:creationId xmlns:a16="http://schemas.microsoft.com/office/drawing/2014/main" id="{8D059E58-0F12-6444-6193-1FC99FC8E594}"/>
              </a:ext>
            </a:extLst>
          </p:cNvPr>
          <p:cNvSpPr txBox="1"/>
          <p:nvPr/>
        </p:nvSpPr>
        <p:spPr>
          <a:xfrm>
            <a:off x="4206039" y="2835289"/>
            <a:ext cx="3107838" cy="923330"/>
          </a:xfrm>
          <a:prstGeom prst="rect">
            <a:avLst/>
          </a:prstGeom>
          <a:noFill/>
        </p:spPr>
        <p:txBody>
          <a:bodyPr wrap="none" rtlCol="0">
            <a:spAutoFit/>
          </a:bodyPr>
          <a:lstStyle/>
          <a:p>
            <a:pPr lvl="0" defTabSz="914400">
              <a:defRPr/>
            </a:pPr>
            <a:r>
              <a:rPr lang="en-US" altLang="zh-CN" sz="4800" b="1" i="1" dirty="0">
                <a:ln w="5080">
                  <a:noFill/>
                </a:ln>
                <a:solidFill>
                  <a:schemeClr val="tx1">
                    <a:lumMod val="85000"/>
                    <a:lumOff val="15000"/>
                  </a:schemeClr>
                </a:solidFill>
                <a:latin typeface="微软雅黑" panose="020B0503020204020204" pitchFamily="34" charset="-122"/>
                <a:ea typeface="微软雅黑" panose="020B0503020204020204" pitchFamily="34" charset="-122"/>
              </a:rPr>
              <a:t>PROJECT</a:t>
            </a:r>
            <a:r>
              <a:rPr lang="en-US" altLang="zh-CN" sz="5400" b="1" i="1" dirty="0">
                <a:ln w="5080">
                  <a:noFill/>
                </a:ln>
                <a:solidFill>
                  <a:schemeClr val="tx1">
                    <a:lumMod val="85000"/>
                    <a:lumOff val="15000"/>
                  </a:schemeClr>
                </a:solidFill>
                <a:latin typeface="Avenir Next" panose="020B0503020202020204" pitchFamily="34" charset="0"/>
                <a:ea typeface="微软雅黑 Light" panose="020B0502040204020203" pitchFamily="34" charset="-122"/>
              </a:rPr>
              <a:t> </a:t>
            </a:r>
          </a:p>
        </p:txBody>
      </p:sp>
      <p:sp>
        <p:nvSpPr>
          <p:cNvPr id="26" name="文本框 25">
            <a:extLst>
              <a:ext uri="{FF2B5EF4-FFF2-40B4-BE49-F238E27FC236}">
                <a16:creationId xmlns:a16="http://schemas.microsoft.com/office/drawing/2014/main" id="{FFE61B60-06B6-FE88-CB67-8986C81C1CF7}"/>
              </a:ext>
            </a:extLst>
          </p:cNvPr>
          <p:cNvSpPr txBox="1"/>
          <p:nvPr/>
        </p:nvSpPr>
        <p:spPr>
          <a:xfrm>
            <a:off x="4206039" y="1612434"/>
            <a:ext cx="6318610" cy="1323439"/>
          </a:xfrm>
          <a:prstGeom prst="rect">
            <a:avLst/>
          </a:prstGeom>
          <a:noFill/>
        </p:spPr>
        <p:txBody>
          <a:bodyPr wrap="square" rtlCol="0">
            <a:spAutoFit/>
          </a:bodyPr>
          <a:lstStyle/>
          <a:p>
            <a:r>
              <a:rPr lang="zh-CN" altLang="en-US" sz="8000" b="1" dirty="0">
                <a:solidFill>
                  <a:schemeClr val="tx1">
                    <a:lumMod val="85000"/>
                    <a:lumOff val="15000"/>
                  </a:schemeClr>
                </a:solidFill>
                <a:latin typeface="Microsoft YaHei" panose="020B0503020204020204" pitchFamily="34" charset="-122"/>
                <a:ea typeface="Microsoft YaHei" panose="020B0503020204020204" pitchFamily="34" charset="-122"/>
              </a:rPr>
              <a:t>项目展示标题</a:t>
            </a:r>
            <a:endParaRPr kumimoji="1" lang="zh-CN" altLang="en-US" sz="8000" b="1"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77318764"/>
      </p:ext>
    </p:extLst>
  </p:cSld>
  <p:clrMapOvr>
    <a:masterClrMapping/>
  </p:clrMapOvr>
  <p:transition spd="slow" advClick="0" advTm="6000">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63A2A534-1BBC-4E7F-82F8-9002186F061C}"/>
              </a:ext>
            </a:extLst>
          </p:cNvPr>
          <p:cNvSpPr txBox="1"/>
          <p:nvPr/>
        </p:nvSpPr>
        <p:spPr>
          <a:xfrm>
            <a:off x="0" y="274407"/>
            <a:ext cx="12192000" cy="769441"/>
          </a:xfrm>
          <a:prstGeom prst="rect">
            <a:avLst/>
          </a:prstGeom>
          <a:noFill/>
        </p:spPr>
        <p:txBody>
          <a:bodyPr wrap="square" rtlCol="0">
            <a:spAutoFit/>
          </a:bodyPr>
          <a:lstStyle/>
          <a:p>
            <a:pPr algn="ctr"/>
            <a:r>
              <a:rPr lang="en-US" altLang="zh-CN" sz="4400" b="1" dirty="0">
                <a:solidFill>
                  <a:srgbClr val="3F3F3F"/>
                </a:solidFill>
                <a:latin typeface="微软雅黑" panose="020B0503020204020204" pitchFamily="34" charset="-122"/>
                <a:ea typeface="微软雅黑" panose="020B0503020204020204" pitchFamily="34" charset="-122"/>
              </a:rPr>
              <a:t>C</a:t>
            </a:r>
            <a:r>
              <a:rPr lang="en-US" altLang="zh-CN" sz="4400" b="1" dirty="0">
                <a:solidFill>
                  <a:srgbClr val="D41F3E"/>
                </a:solidFill>
                <a:latin typeface="微软雅黑" panose="020B0503020204020204" pitchFamily="34" charset="-122"/>
                <a:ea typeface="微软雅黑" panose="020B0503020204020204" pitchFamily="34" charset="-122"/>
              </a:rPr>
              <a:t>O</a:t>
            </a:r>
            <a:r>
              <a:rPr lang="en-US" altLang="zh-CN" sz="4400" b="1" dirty="0">
                <a:solidFill>
                  <a:srgbClr val="3F3F3F"/>
                </a:solidFill>
                <a:latin typeface="微软雅黑" panose="020B0503020204020204" pitchFamily="34" charset="-122"/>
                <a:ea typeface="微软雅黑" panose="020B0503020204020204" pitchFamily="34" charset="-122"/>
              </a:rPr>
              <a:t>NTENTS</a:t>
            </a:r>
          </a:p>
        </p:txBody>
      </p:sp>
      <p:pic>
        <p:nvPicPr>
          <p:cNvPr id="11" name="图片 10">
            <a:extLst>
              <a:ext uri="{FF2B5EF4-FFF2-40B4-BE49-F238E27FC236}">
                <a16:creationId xmlns:a16="http://schemas.microsoft.com/office/drawing/2014/main" id="{257C3110-43E9-4B39-B474-E3E21A80EE06}"/>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Effect>
                      <a14:brightnessContrast bright="-40000"/>
                    </a14:imgEffect>
                  </a14:imgLayer>
                </a14:imgProps>
              </a:ext>
              <a:ext uri="{28A0092B-C50C-407E-A947-70E740481C1C}">
                <a14:useLocalDpi xmlns:a14="http://schemas.microsoft.com/office/drawing/2010/main" val="0"/>
              </a:ext>
            </a:extLst>
          </a:blip>
          <a:srcRect t="26285" b="50087"/>
          <a:stretch/>
        </p:blipFill>
        <p:spPr>
          <a:xfrm>
            <a:off x="1" y="1761101"/>
            <a:ext cx="12192000" cy="1923007"/>
          </a:xfrm>
          <a:prstGeom prst="rect">
            <a:avLst/>
          </a:prstGeom>
        </p:spPr>
      </p:pic>
      <p:grpSp>
        <p:nvGrpSpPr>
          <p:cNvPr id="30" name="组合 29">
            <a:extLst>
              <a:ext uri="{FF2B5EF4-FFF2-40B4-BE49-F238E27FC236}">
                <a16:creationId xmlns:a16="http://schemas.microsoft.com/office/drawing/2014/main" id="{ED7E3D24-0C85-4C51-943F-A3E67948DD0E}"/>
              </a:ext>
            </a:extLst>
          </p:cNvPr>
          <p:cNvGrpSpPr/>
          <p:nvPr/>
        </p:nvGrpSpPr>
        <p:grpSpPr>
          <a:xfrm>
            <a:off x="1256792" y="3333571"/>
            <a:ext cx="3203400" cy="2181351"/>
            <a:chOff x="1256792" y="3447871"/>
            <a:chExt cx="3203400" cy="2181351"/>
          </a:xfrm>
        </p:grpSpPr>
        <p:sp>
          <p:nvSpPr>
            <p:cNvPr id="13" name="文本框 12">
              <a:extLst>
                <a:ext uri="{FF2B5EF4-FFF2-40B4-BE49-F238E27FC236}">
                  <a16:creationId xmlns:a16="http://schemas.microsoft.com/office/drawing/2014/main" id="{F0AC8AB5-26A4-4CBE-B81A-B6EB0C986D31}"/>
                </a:ext>
              </a:extLst>
            </p:cNvPr>
            <p:cNvSpPr txBox="1"/>
            <p:nvPr/>
          </p:nvSpPr>
          <p:spPr>
            <a:xfrm>
              <a:off x="1256792" y="4338444"/>
              <a:ext cx="3203400" cy="461665"/>
            </a:xfrm>
            <a:prstGeom prst="rect">
              <a:avLst/>
            </a:prstGeom>
            <a:noFill/>
          </p:spPr>
          <p:txBody>
            <a:bodyPr wrap="square" rtlCol="0">
              <a:spAutoFit/>
            </a:bodyPr>
            <a:lstStyle>
              <a:defPPr>
                <a:defRPr lang="zh-CN"/>
              </a:defPPr>
              <a:lvl1pPr>
                <a:defRPr sz="7600" spc="-150">
                  <a:solidFill>
                    <a:srgbClr val="D61D3D"/>
                  </a:solidFill>
                  <a:latin typeface="Bahnschrift SemiBold Condensed" panose="020B0502040204020203" pitchFamily="34" charset="0"/>
                  <a:ea typeface="Adobe Gothic Std B" panose="020B0800000000000000" pitchFamily="34" charset="-128"/>
                </a:defRPr>
              </a:lvl1pPr>
            </a:lstStyle>
            <a:p>
              <a:pPr algn="ctr"/>
              <a:r>
                <a:rPr lang="zh-CN" altLang="en-US" sz="2400" b="1" spc="-50" dirty="0">
                  <a:latin typeface="微软雅黑" panose="020B0503020204020204" pitchFamily="34" charset="-122"/>
                  <a:ea typeface="微软雅黑" panose="020B0503020204020204" pitchFamily="34" charset="-122"/>
                </a:rPr>
                <a:t>章节一</a:t>
              </a:r>
              <a:endParaRPr lang="en-US" altLang="zh-CN" sz="2400" b="1" spc="-5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D30A0140-FEB3-4652-8A8B-D34D549F08E7}"/>
                </a:ext>
              </a:extLst>
            </p:cNvPr>
            <p:cNvSpPr txBox="1"/>
            <p:nvPr/>
          </p:nvSpPr>
          <p:spPr>
            <a:xfrm>
              <a:off x="1690261" y="4804253"/>
              <a:ext cx="2336462" cy="824969"/>
            </a:xfrm>
            <a:prstGeom prst="rect">
              <a:avLst/>
            </a:prstGeom>
            <a:noFill/>
          </p:spPr>
          <p:txBody>
            <a:bodyPr wrap="square" rtlCol="0">
              <a:spAutoFit/>
            </a:bodyPr>
            <a:lstStyle/>
            <a:p>
              <a:pPr algn="ctr">
                <a:lnSpc>
                  <a:spcPct val="150000"/>
                </a:lnSpc>
              </a:pPr>
              <a:r>
                <a:rPr lang="zh-CN" altLang="en-US" sz="11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nvGrpSpPr>
            <p:cNvPr id="24" name="组合 23">
              <a:extLst>
                <a:ext uri="{FF2B5EF4-FFF2-40B4-BE49-F238E27FC236}">
                  <a16:creationId xmlns:a16="http://schemas.microsoft.com/office/drawing/2014/main" id="{057B0D94-E30E-41CA-83D1-61348268DE96}"/>
                </a:ext>
              </a:extLst>
            </p:cNvPr>
            <p:cNvGrpSpPr/>
            <p:nvPr/>
          </p:nvGrpSpPr>
          <p:grpSpPr>
            <a:xfrm>
              <a:off x="2516492" y="3447871"/>
              <a:ext cx="684000" cy="684000"/>
              <a:chOff x="6594378" y="1886102"/>
              <a:chExt cx="684000" cy="684000"/>
            </a:xfrm>
          </p:grpSpPr>
          <p:sp>
            <p:nvSpPr>
              <p:cNvPr id="12" name="矩形: 圆角 11">
                <a:extLst>
                  <a:ext uri="{FF2B5EF4-FFF2-40B4-BE49-F238E27FC236}">
                    <a16:creationId xmlns:a16="http://schemas.microsoft.com/office/drawing/2014/main" id="{3289B93E-BF42-48F8-92FB-6EF432D458DF}"/>
                  </a:ext>
                </a:extLst>
              </p:cNvPr>
              <p:cNvSpPr/>
              <p:nvPr/>
            </p:nvSpPr>
            <p:spPr>
              <a:xfrm>
                <a:off x="6594378" y="1886102"/>
                <a:ext cx="684000" cy="684000"/>
              </a:xfrm>
              <a:prstGeom prst="roundRect">
                <a:avLst>
                  <a:gd name="adj" fmla="val 3736"/>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7604D0A9-DB59-4024-A087-A2A9FB099146}"/>
                  </a:ext>
                </a:extLst>
              </p:cNvPr>
              <p:cNvSpPr txBox="1"/>
              <p:nvPr/>
            </p:nvSpPr>
            <p:spPr>
              <a:xfrm>
                <a:off x="6594378" y="1966492"/>
                <a:ext cx="684000"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01</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grpSp>
        <p:nvGrpSpPr>
          <p:cNvPr id="31" name="组合 30">
            <a:extLst>
              <a:ext uri="{FF2B5EF4-FFF2-40B4-BE49-F238E27FC236}">
                <a16:creationId xmlns:a16="http://schemas.microsoft.com/office/drawing/2014/main" id="{C3908F77-DF6D-4563-8DF6-9C3435F5B0B9}"/>
              </a:ext>
            </a:extLst>
          </p:cNvPr>
          <p:cNvGrpSpPr/>
          <p:nvPr/>
        </p:nvGrpSpPr>
        <p:grpSpPr>
          <a:xfrm>
            <a:off x="4502049" y="3333571"/>
            <a:ext cx="3203400" cy="2181351"/>
            <a:chOff x="4502049" y="3447871"/>
            <a:chExt cx="3203400" cy="2181351"/>
          </a:xfrm>
        </p:grpSpPr>
        <p:sp>
          <p:nvSpPr>
            <p:cNvPr id="16" name="文本框 15">
              <a:extLst>
                <a:ext uri="{FF2B5EF4-FFF2-40B4-BE49-F238E27FC236}">
                  <a16:creationId xmlns:a16="http://schemas.microsoft.com/office/drawing/2014/main" id="{705409E7-B784-4B44-BC03-BA5F62BF9BD3}"/>
                </a:ext>
              </a:extLst>
            </p:cNvPr>
            <p:cNvSpPr txBox="1"/>
            <p:nvPr/>
          </p:nvSpPr>
          <p:spPr>
            <a:xfrm>
              <a:off x="4502049" y="4338444"/>
              <a:ext cx="3203400" cy="461665"/>
            </a:xfrm>
            <a:prstGeom prst="rect">
              <a:avLst/>
            </a:prstGeom>
            <a:noFill/>
          </p:spPr>
          <p:txBody>
            <a:bodyPr wrap="square" rtlCol="0">
              <a:spAutoFit/>
            </a:bodyPr>
            <a:lstStyle>
              <a:defPPr>
                <a:defRPr lang="zh-CN"/>
              </a:defPPr>
              <a:lvl1pPr>
                <a:defRPr sz="7600" spc="-150">
                  <a:solidFill>
                    <a:srgbClr val="D61D3D"/>
                  </a:solidFill>
                  <a:latin typeface="Bahnschrift SemiBold Condensed" panose="020B0502040204020203" pitchFamily="34" charset="0"/>
                  <a:ea typeface="Adobe Gothic Std B" panose="020B0800000000000000" pitchFamily="34" charset="-128"/>
                </a:defRPr>
              </a:lvl1pPr>
            </a:lstStyle>
            <a:p>
              <a:pPr algn="ctr"/>
              <a:r>
                <a:rPr lang="zh-CN" altLang="en-US" sz="2400" b="1" spc="-50" dirty="0">
                  <a:solidFill>
                    <a:srgbClr val="3F3F3F"/>
                  </a:solidFill>
                  <a:latin typeface="微软雅黑" panose="020B0503020204020204" pitchFamily="34" charset="-122"/>
                  <a:ea typeface="微软雅黑" panose="020B0503020204020204" pitchFamily="34" charset="-122"/>
                </a:rPr>
                <a:t>章节二</a:t>
              </a:r>
              <a:endParaRPr lang="en-US" altLang="zh-CN" sz="2400" b="1" spc="-50" dirty="0">
                <a:solidFill>
                  <a:srgbClr val="3F3F3F"/>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A87F6698-4177-4D98-BF98-42B550F20EF1}"/>
                </a:ext>
              </a:extLst>
            </p:cNvPr>
            <p:cNvSpPr txBox="1"/>
            <p:nvPr/>
          </p:nvSpPr>
          <p:spPr>
            <a:xfrm>
              <a:off x="4935518" y="4804253"/>
              <a:ext cx="2336462" cy="824969"/>
            </a:xfrm>
            <a:prstGeom prst="rect">
              <a:avLst/>
            </a:prstGeom>
            <a:noFill/>
          </p:spPr>
          <p:txBody>
            <a:bodyPr wrap="square" rtlCol="0">
              <a:spAutoFit/>
            </a:bodyPr>
            <a:lstStyle/>
            <a:p>
              <a:pPr algn="ctr">
                <a:lnSpc>
                  <a:spcPct val="150000"/>
                </a:lnSpc>
              </a:pPr>
              <a:r>
                <a:rPr lang="zh-CN" altLang="en-US" sz="11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nvGrpSpPr>
            <p:cNvPr id="25" name="组合 24">
              <a:extLst>
                <a:ext uri="{FF2B5EF4-FFF2-40B4-BE49-F238E27FC236}">
                  <a16:creationId xmlns:a16="http://schemas.microsoft.com/office/drawing/2014/main" id="{8102E7EB-8581-4FF2-8EE2-59C770DD43E4}"/>
                </a:ext>
              </a:extLst>
            </p:cNvPr>
            <p:cNvGrpSpPr/>
            <p:nvPr/>
          </p:nvGrpSpPr>
          <p:grpSpPr>
            <a:xfrm>
              <a:off x="5761749" y="3447871"/>
              <a:ext cx="684000" cy="684000"/>
              <a:chOff x="6594378" y="3469886"/>
              <a:chExt cx="684000" cy="684000"/>
            </a:xfrm>
          </p:grpSpPr>
          <p:sp>
            <p:nvSpPr>
              <p:cNvPr id="15" name="矩形: 圆角 14">
                <a:extLst>
                  <a:ext uri="{FF2B5EF4-FFF2-40B4-BE49-F238E27FC236}">
                    <a16:creationId xmlns:a16="http://schemas.microsoft.com/office/drawing/2014/main" id="{7FA6AA66-339B-46E3-8EB4-50E553D42EE6}"/>
                  </a:ext>
                </a:extLst>
              </p:cNvPr>
              <p:cNvSpPr/>
              <p:nvPr/>
            </p:nvSpPr>
            <p:spPr>
              <a:xfrm>
                <a:off x="6594378" y="3469886"/>
                <a:ext cx="684000" cy="684000"/>
              </a:xfrm>
              <a:prstGeom prst="roundRect">
                <a:avLst>
                  <a:gd name="adj" fmla="val 3736"/>
                </a:avLst>
              </a:prstGeom>
              <a:solidFill>
                <a:srgbClr val="3F3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67768D17-DF8E-45E7-ADD1-D7E45DD14D51}"/>
                  </a:ext>
                </a:extLst>
              </p:cNvPr>
              <p:cNvSpPr txBox="1"/>
              <p:nvPr/>
            </p:nvSpPr>
            <p:spPr>
              <a:xfrm>
                <a:off x="6594378" y="3550276"/>
                <a:ext cx="684000"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02</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sp>
        <p:nvSpPr>
          <p:cNvPr id="27" name="文本框 26">
            <a:extLst>
              <a:ext uri="{FF2B5EF4-FFF2-40B4-BE49-F238E27FC236}">
                <a16:creationId xmlns:a16="http://schemas.microsoft.com/office/drawing/2014/main" id="{551B8A50-A1A9-C705-8233-54C46208268B}"/>
              </a:ext>
            </a:extLst>
          </p:cNvPr>
          <p:cNvSpPr txBox="1"/>
          <p:nvPr/>
        </p:nvSpPr>
        <p:spPr>
          <a:xfrm>
            <a:off x="0" y="873797"/>
            <a:ext cx="12192000" cy="523220"/>
          </a:xfrm>
          <a:prstGeom prst="rect">
            <a:avLst/>
          </a:prstGeom>
          <a:noFill/>
        </p:spPr>
        <p:txBody>
          <a:bodyPr wrap="square" rtlCol="0">
            <a:spAutoFit/>
          </a:bodyPr>
          <a:lstStyle/>
          <a:p>
            <a:pPr algn="ctr"/>
            <a:r>
              <a:rPr lang="zh-CN" altLang="en-US" sz="2800" b="1" dirty="0">
                <a:solidFill>
                  <a:srgbClr val="3F3F3F"/>
                </a:solidFill>
                <a:latin typeface="微软雅黑" panose="020B0503020204020204" pitchFamily="34" charset="-122"/>
                <a:ea typeface="微软雅黑" panose="020B0503020204020204" pitchFamily="34" charset="-122"/>
              </a:rPr>
              <a:t>目录</a:t>
            </a:r>
            <a:endParaRPr lang="en-US" altLang="zh-CN" sz="2800" b="1" dirty="0">
              <a:solidFill>
                <a:srgbClr val="3F3F3F"/>
              </a:solidFill>
              <a:latin typeface="微软雅黑" panose="020B0503020204020204" pitchFamily="34" charset="-122"/>
              <a:ea typeface="微软雅黑" panose="020B0503020204020204" pitchFamily="34" charset="-122"/>
            </a:endParaRPr>
          </a:p>
        </p:txBody>
      </p:sp>
      <p:pic>
        <p:nvPicPr>
          <p:cNvPr id="29" name="图形 28">
            <a:extLst>
              <a:ext uri="{FF2B5EF4-FFF2-40B4-BE49-F238E27FC236}">
                <a16:creationId xmlns:a16="http://schemas.microsoft.com/office/drawing/2014/main" id="{CAEC47B4-D85E-304B-CABA-A052E1AC93C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t="33809" r="50000" b="41555"/>
          <a:stretch/>
        </p:blipFill>
        <p:spPr>
          <a:xfrm>
            <a:off x="7200283" y="1761101"/>
            <a:ext cx="4991716" cy="1923008"/>
          </a:xfrm>
          <a:prstGeom prst="rect">
            <a:avLst/>
          </a:prstGeom>
        </p:spPr>
      </p:pic>
      <p:grpSp>
        <p:nvGrpSpPr>
          <p:cNvPr id="32" name="组合 31">
            <a:extLst>
              <a:ext uri="{FF2B5EF4-FFF2-40B4-BE49-F238E27FC236}">
                <a16:creationId xmlns:a16="http://schemas.microsoft.com/office/drawing/2014/main" id="{93175167-00B5-4DF3-8222-65DFADB7FCDE}"/>
              </a:ext>
            </a:extLst>
          </p:cNvPr>
          <p:cNvGrpSpPr/>
          <p:nvPr/>
        </p:nvGrpSpPr>
        <p:grpSpPr>
          <a:xfrm>
            <a:off x="7765547" y="3333571"/>
            <a:ext cx="3203400" cy="2181351"/>
            <a:chOff x="7765547" y="3447871"/>
            <a:chExt cx="3203400" cy="2181351"/>
          </a:xfrm>
        </p:grpSpPr>
        <p:sp>
          <p:nvSpPr>
            <p:cNvPr id="19" name="文本框 18">
              <a:extLst>
                <a:ext uri="{FF2B5EF4-FFF2-40B4-BE49-F238E27FC236}">
                  <a16:creationId xmlns:a16="http://schemas.microsoft.com/office/drawing/2014/main" id="{22585DA0-B54B-47CE-A8B8-C250A31A41CD}"/>
                </a:ext>
              </a:extLst>
            </p:cNvPr>
            <p:cNvSpPr txBox="1"/>
            <p:nvPr/>
          </p:nvSpPr>
          <p:spPr>
            <a:xfrm>
              <a:off x="7765547" y="4338444"/>
              <a:ext cx="3203400" cy="461665"/>
            </a:xfrm>
            <a:prstGeom prst="rect">
              <a:avLst/>
            </a:prstGeom>
            <a:noFill/>
          </p:spPr>
          <p:txBody>
            <a:bodyPr wrap="square" rtlCol="0">
              <a:spAutoFit/>
            </a:bodyPr>
            <a:lstStyle>
              <a:defPPr>
                <a:defRPr lang="zh-CN"/>
              </a:defPPr>
              <a:lvl1pPr>
                <a:defRPr sz="7600" spc="-150">
                  <a:solidFill>
                    <a:srgbClr val="D61D3D"/>
                  </a:solidFill>
                  <a:latin typeface="Bahnschrift SemiBold Condensed" panose="020B0502040204020203" pitchFamily="34" charset="0"/>
                  <a:ea typeface="Adobe Gothic Std B" panose="020B0800000000000000" pitchFamily="34" charset="-128"/>
                </a:defRPr>
              </a:lvl1pPr>
            </a:lstStyle>
            <a:p>
              <a:pPr algn="ctr"/>
              <a:r>
                <a:rPr lang="zh-CN" altLang="en-US" sz="2400" b="1" spc="-50" dirty="0">
                  <a:latin typeface="微软雅黑" panose="020B0503020204020204" pitchFamily="34" charset="-122"/>
                  <a:ea typeface="微软雅黑" panose="020B0503020204020204" pitchFamily="34" charset="-122"/>
                </a:rPr>
                <a:t>章节一</a:t>
              </a:r>
              <a:endParaRPr lang="en-US" altLang="zh-CN" sz="2400" b="1" spc="-50"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82F10210-EFA3-4829-B390-00D86F7318B5}"/>
                </a:ext>
              </a:extLst>
            </p:cNvPr>
            <p:cNvSpPr txBox="1"/>
            <p:nvPr/>
          </p:nvSpPr>
          <p:spPr>
            <a:xfrm>
              <a:off x="8199016" y="4804253"/>
              <a:ext cx="2336462" cy="824969"/>
            </a:xfrm>
            <a:prstGeom prst="rect">
              <a:avLst/>
            </a:prstGeom>
            <a:noFill/>
          </p:spPr>
          <p:txBody>
            <a:bodyPr wrap="square" rtlCol="0">
              <a:spAutoFit/>
            </a:bodyPr>
            <a:lstStyle/>
            <a:p>
              <a:pPr algn="ctr">
                <a:lnSpc>
                  <a:spcPct val="150000"/>
                </a:lnSpc>
              </a:pPr>
              <a:r>
                <a:rPr lang="zh-CN" altLang="en-US" sz="11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nvGrpSpPr>
            <p:cNvPr id="26" name="组合 25">
              <a:extLst>
                <a:ext uri="{FF2B5EF4-FFF2-40B4-BE49-F238E27FC236}">
                  <a16:creationId xmlns:a16="http://schemas.microsoft.com/office/drawing/2014/main" id="{4B5DB66A-9C4D-4BDF-9815-26B5C1B736DD}"/>
                </a:ext>
              </a:extLst>
            </p:cNvPr>
            <p:cNvGrpSpPr/>
            <p:nvPr/>
          </p:nvGrpSpPr>
          <p:grpSpPr>
            <a:xfrm>
              <a:off x="9025247" y="3447871"/>
              <a:ext cx="684001" cy="684000"/>
              <a:chOff x="6594378" y="5053670"/>
              <a:chExt cx="684001" cy="684000"/>
            </a:xfrm>
          </p:grpSpPr>
          <p:sp>
            <p:nvSpPr>
              <p:cNvPr id="18" name="矩形: 圆角 17">
                <a:extLst>
                  <a:ext uri="{FF2B5EF4-FFF2-40B4-BE49-F238E27FC236}">
                    <a16:creationId xmlns:a16="http://schemas.microsoft.com/office/drawing/2014/main" id="{D65DCE20-0FCB-490A-BC90-D0C1428F4F87}"/>
                  </a:ext>
                </a:extLst>
              </p:cNvPr>
              <p:cNvSpPr/>
              <p:nvPr/>
            </p:nvSpPr>
            <p:spPr>
              <a:xfrm>
                <a:off x="6594378" y="5053670"/>
                <a:ext cx="684000" cy="684000"/>
              </a:xfrm>
              <a:prstGeom prst="roundRect">
                <a:avLst>
                  <a:gd name="adj" fmla="val 3736"/>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877743EC-EADD-4E8E-A78A-F61BB59F3CF5}"/>
                  </a:ext>
                </a:extLst>
              </p:cNvPr>
              <p:cNvSpPr txBox="1"/>
              <p:nvPr/>
            </p:nvSpPr>
            <p:spPr>
              <a:xfrm>
                <a:off x="6594379" y="5134060"/>
                <a:ext cx="684000"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03</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sp>
        <p:nvSpPr>
          <p:cNvPr id="33" name="矩形 32">
            <a:extLst>
              <a:ext uri="{FF2B5EF4-FFF2-40B4-BE49-F238E27FC236}">
                <a16:creationId xmlns:a16="http://schemas.microsoft.com/office/drawing/2014/main" id="{32C857B2-F281-7315-2EF8-72504CB9D442}"/>
              </a:ext>
            </a:extLst>
          </p:cNvPr>
          <p:cNvSpPr/>
          <p:nvPr/>
        </p:nvSpPr>
        <p:spPr>
          <a:xfrm rot="5400000" flipH="1">
            <a:off x="6073140" y="1052015"/>
            <a:ext cx="45719" cy="805064"/>
          </a:xfrm>
          <a:prstGeom prst="rect">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0860047"/>
      </p:ext>
    </p:extLst>
  </p:cSld>
  <p:clrMapOvr>
    <a:masterClrMapping/>
  </p:clrMapOvr>
  <p:transition spd="slow" advClick="0" advTm="5000">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形 11">
            <a:extLst>
              <a:ext uri="{FF2B5EF4-FFF2-40B4-BE49-F238E27FC236}">
                <a16:creationId xmlns:a16="http://schemas.microsoft.com/office/drawing/2014/main" id="{9524B559-A03B-E725-249A-579B37AFD41F}"/>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50000" b="7746"/>
          <a:stretch/>
        </p:blipFill>
        <p:spPr>
          <a:xfrm>
            <a:off x="6262687" y="1"/>
            <a:ext cx="5929313" cy="8553450"/>
          </a:xfrm>
          <a:prstGeom prst="rect">
            <a:avLst/>
          </a:prstGeom>
        </p:spPr>
      </p:pic>
      <p:pic>
        <p:nvPicPr>
          <p:cNvPr id="11" name="图片 10">
            <a:extLst>
              <a:ext uri="{FF2B5EF4-FFF2-40B4-BE49-F238E27FC236}">
                <a16:creationId xmlns:a16="http://schemas.microsoft.com/office/drawing/2014/main" id="{4EDEDE17-9DA1-DFB3-9FB8-5DB2633180A8}"/>
              </a:ext>
            </a:extLst>
          </p:cNvPr>
          <p:cNvPicPr>
            <a:picLocks noChangeAspect="1"/>
          </p:cNvPicPr>
          <p:nvPr/>
        </p:nvPicPr>
        <p:blipFill rotWithShape="1">
          <a:blip r:embed="rId4">
            <a:extLst>
              <a:ext uri="{28A0092B-C50C-407E-A947-70E740481C1C}">
                <a14:useLocalDpi xmlns:a14="http://schemas.microsoft.com/office/drawing/2010/main" val="0"/>
              </a:ext>
            </a:extLst>
          </a:blip>
          <a:srcRect l="24257" t="-8174" r="54324" b="73061"/>
          <a:stretch/>
        </p:blipFill>
        <p:spPr>
          <a:xfrm rot="12671960">
            <a:off x="9388554" y="4265172"/>
            <a:ext cx="3146520" cy="4012976"/>
          </a:xfrm>
          <a:prstGeom prst="rect">
            <a:avLst/>
          </a:prstGeom>
        </p:spPr>
      </p:pic>
      <p:pic>
        <p:nvPicPr>
          <p:cNvPr id="20" name="图片 19">
            <a:extLst>
              <a:ext uri="{FF2B5EF4-FFF2-40B4-BE49-F238E27FC236}">
                <a16:creationId xmlns:a16="http://schemas.microsoft.com/office/drawing/2014/main" id="{248846EB-3D6E-42A0-83D7-15CF156A4566}"/>
              </a:ext>
            </a:extLst>
          </p:cNvPr>
          <p:cNvPicPr>
            <a:picLocks noChangeAspect="1"/>
          </p:cNvPicPr>
          <p:nvPr/>
        </p:nvPicPr>
        <p:blipFill>
          <a:blip r:embed="rId5">
            <a:extLst>
              <a:ext uri="{28A0092B-C50C-407E-A947-70E740481C1C}">
                <a14:useLocalDpi xmlns:a14="http://schemas.microsoft.com/office/drawing/2010/main" val="0"/>
              </a:ext>
            </a:extLst>
          </a:blip>
          <a:srcRect r="39874"/>
          <a:stretch>
            <a:fillRect/>
          </a:stretch>
        </p:blipFill>
        <p:spPr>
          <a:xfrm>
            <a:off x="0" y="1"/>
            <a:ext cx="6176981" cy="6857999"/>
          </a:xfrm>
          <a:custGeom>
            <a:avLst/>
            <a:gdLst>
              <a:gd name="connsiteX0" fmla="*/ 0 w 6176981"/>
              <a:gd name="connsiteY0" fmla="*/ 0 h 6857999"/>
              <a:gd name="connsiteX1" fmla="*/ 5144023 w 6176981"/>
              <a:gd name="connsiteY1" fmla="*/ 0 h 6857999"/>
              <a:gd name="connsiteX2" fmla="*/ 5277939 w 6176981"/>
              <a:gd name="connsiteY2" fmla="*/ 208889 h 6857999"/>
              <a:gd name="connsiteX3" fmla="*/ 6176981 w 6176981"/>
              <a:gd name="connsiteY3" fmla="*/ 3429000 h 6857999"/>
              <a:gd name="connsiteX4" fmla="*/ 5277939 w 6176981"/>
              <a:gd name="connsiteY4" fmla="*/ 6649111 h 6857999"/>
              <a:gd name="connsiteX5" fmla="*/ 5144023 w 6176981"/>
              <a:gd name="connsiteY5" fmla="*/ 6857999 h 6857999"/>
              <a:gd name="connsiteX6" fmla="*/ 0 w 6176981"/>
              <a:gd name="connsiteY6" fmla="*/ 6857999 h 6857999"/>
              <a:gd name="connsiteX7" fmla="*/ 0 w 6176981"/>
              <a:gd name="connsiteY7" fmla="*/ 6308165 h 6857999"/>
              <a:gd name="connsiteX8" fmla="*/ 115186 w 6176981"/>
              <a:gd name="connsiteY8" fmla="*/ 6305253 h 6857999"/>
              <a:gd name="connsiteX9" fmla="*/ 2846982 w 6176981"/>
              <a:gd name="connsiteY9" fmla="*/ 3429000 h 6857999"/>
              <a:gd name="connsiteX10" fmla="*/ 115186 w 6176981"/>
              <a:gd name="connsiteY10" fmla="*/ 552748 h 6857999"/>
              <a:gd name="connsiteX11" fmla="*/ 0 w 6176981"/>
              <a:gd name="connsiteY11" fmla="*/ 54983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76981" h="6857999">
                <a:moveTo>
                  <a:pt x="0" y="0"/>
                </a:moveTo>
                <a:lnTo>
                  <a:pt x="5144023" y="0"/>
                </a:lnTo>
                <a:lnTo>
                  <a:pt x="5277939" y="208889"/>
                </a:lnTo>
                <a:cubicBezTo>
                  <a:pt x="5848448" y="1147823"/>
                  <a:pt x="6176981" y="2250045"/>
                  <a:pt x="6176981" y="3429000"/>
                </a:cubicBezTo>
                <a:cubicBezTo>
                  <a:pt x="6176981" y="4607955"/>
                  <a:pt x="5848448" y="5710178"/>
                  <a:pt x="5277939" y="6649111"/>
                </a:cubicBezTo>
                <a:lnTo>
                  <a:pt x="5144023" y="6857999"/>
                </a:lnTo>
                <a:lnTo>
                  <a:pt x="0" y="6857999"/>
                </a:lnTo>
                <a:lnTo>
                  <a:pt x="0" y="6308165"/>
                </a:lnTo>
                <a:lnTo>
                  <a:pt x="115186" y="6305253"/>
                </a:lnTo>
                <a:cubicBezTo>
                  <a:pt x="1636892" y="6228117"/>
                  <a:pt x="2846982" y="4969875"/>
                  <a:pt x="2846982" y="3429000"/>
                </a:cubicBezTo>
                <a:cubicBezTo>
                  <a:pt x="2846982" y="1888126"/>
                  <a:pt x="1636892" y="629883"/>
                  <a:pt x="115186" y="552748"/>
                </a:cubicBezTo>
                <a:lnTo>
                  <a:pt x="0" y="549835"/>
                </a:lnTo>
                <a:close/>
              </a:path>
            </a:pathLst>
          </a:custGeom>
        </p:spPr>
      </p:pic>
      <p:sp>
        <p:nvSpPr>
          <p:cNvPr id="19" name="任意多边形: 形状 18">
            <a:extLst>
              <a:ext uri="{FF2B5EF4-FFF2-40B4-BE49-F238E27FC236}">
                <a16:creationId xmlns:a16="http://schemas.microsoft.com/office/drawing/2014/main" id="{D6E3BC46-4E77-4996-BED8-9CD9A309BE29}"/>
              </a:ext>
            </a:extLst>
          </p:cNvPr>
          <p:cNvSpPr/>
          <p:nvPr/>
        </p:nvSpPr>
        <p:spPr>
          <a:xfrm flipH="1">
            <a:off x="0" y="0"/>
            <a:ext cx="6176981" cy="6858000"/>
          </a:xfrm>
          <a:custGeom>
            <a:avLst/>
            <a:gdLst>
              <a:gd name="connsiteX0" fmla="*/ 1032959 w 6176981"/>
              <a:gd name="connsiteY0" fmla="*/ 0 h 6858000"/>
              <a:gd name="connsiteX1" fmla="*/ 6176981 w 6176981"/>
              <a:gd name="connsiteY1" fmla="*/ 0 h 6858000"/>
              <a:gd name="connsiteX2" fmla="*/ 6176981 w 6176981"/>
              <a:gd name="connsiteY2" fmla="*/ 549836 h 6858000"/>
              <a:gd name="connsiteX3" fmla="*/ 6061795 w 6176981"/>
              <a:gd name="connsiteY3" fmla="*/ 552749 h 6858000"/>
              <a:gd name="connsiteX4" fmla="*/ 3329999 w 6176981"/>
              <a:gd name="connsiteY4" fmla="*/ 3429001 h 6858000"/>
              <a:gd name="connsiteX5" fmla="*/ 6061795 w 6176981"/>
              <a:gd name="connsiteY5" fmla="*/ 6305254 h 6858000"/>
              <a:gd name="connsiteX6" fmla="*/ 6176981 w 6176981"/>
              <a:gd name="connsiteY6" fmla="*/ 6308166 h 6858000"/>
              <a:gd name="connsiteX7" fmla="*/ 6176981 w 6176981"/>
              <a:gd name="connsiteY7" fmla="*/ 6858000 h 6858000"/>
              <a:gd name="connsiteX8" fmla="*/ 1032958 w 6176981"/>
              <a:gd name="connsiteY8" fmla="*/ 6858000 h 6858000"/>
              <a:gd name="connsiteX9" fmla="*/ 899042 w 6176981"/>
              <a:gd name="connsiteY9" fmla="*/ 6649112 h 6858000"/>
              <a:gd name="connsiteX10" fmla="*/ 0 w 6176981"/>
              <a:gd name="connsiteY10" fmla="*/ 3429001 h 6858000"/>
              <a:gd name="connsiteX11" fmla="*/ 899042 w 6176981"/>
              <a:gd name="connsiteY11" fmla="*/ 2088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76981" h="6858000">
                <a:moveTo>
                  <a:pt x="1032959" y="0"/>
                </a:moveTo>
                <a:lnTo>
                  <a:pt x="6176981" y="0"/>
                </a:lnTo>
                <a:lnTo>
                  <a:pt x="6176981" y="549836"/>
                </a:lnTo>
                <a:lnTo>
                  <a:pt x="6061795" y="552749"/>
                </a:lnTo>
                <a:cubicBezTo>
                  <a:pt x="4540089" y="629884"/>
                  <a:pt x="3329999" y="1888127"/>
                  <a:pt x="3329999" y="3429001"/>
                </a:cubicBezTo>
                <a:cubicBezTo>
                  <a:pt x="3329999" y="4969876"/>
                  <a:pt x="4540089" y="6228118"/>
                  <a:pt x="6061795" y="6305254"/>
                </a:cubicBezTo>
                <a:lnTo>
                  <a:pt x="6176981" y="6308166"/>
                </a:lnTo>
                <a:lnTo>
                  <a:pt x="6176981" y="6858000"/>
                </a:lnTo>
                <a:lnTo>
                  <a:pt x="1032958" y="6858000"/>
                </a:lnTo>
                <a:lnTo>
                  <a:pt x="899042" y="6649112"/>
                </a:lnTo>
                <a:cubicBezTo>
                  <a:pt x="328533" y="5710179"/>
                  <a:pt x="0" y="4607956"/>
                  <a:pt x="0" y="3429001"/>
                </a:cubicBezTo>
                <a:cubicBezTo>
                  <a:pt x="0" y="2250046"/>
                  <a:pt x="328533" y="1147824"/>
                  <a:pt x="899042" y="208890"/>
                </a:cubicBezTo>
                <a:close/>
              </a:path>
            </a:pathLst>
          </a:custGeom>
          <a:gradFill flip="none" rotWithShape="1">
            <a:gsLst>
              <a:gs pos="12000">
                <a:srgbClr val="D41F3E"/>
              </a:gs>
              <a:gs pos="59000">
                <a:srgbClr val="D41F3E">
                  <a:alpha val="80000"/>
                </a:srgbClr>
              </a:gs>
              <a:gs pos="100000">
                <a:srgbClr val="D41F3E">
                  <a:alpha val="73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52EC7585-CAD3-481B-8B74-EC2E66074F0D}"/>
              </a:ext>
            </a:extLst>
          </p:cNvPr>
          <p:cNvSpPr txBox="1"/>
          <p:nvPr/>
        </p:nvSpPr>
        <p:spPr>
          <a:xfrm>
            <a:off x="2881226" y="2413336"/>
            <a:ext cx="3107838" cy="923330"/>
          </a:xfrm>
          <a:prstGeom prst="rect">
            <a:avLst/>
          </a:prstGeom>
          <a:noFill/>
        </p:spPr>
        <p:txBody>
          <a:bodyPr wrap="square" rtlCol="0">
            <a:spAutoFit/>
          </a:bodyPr>
          <a:lstStyle/>
          <a:p>
            <a:pPr algn="dist"/>
            <a:r>
              <a:rPr lang="zh-CN" altLang="en-US" sz="5400" b="1" spc="-150" dirty="0">
                <a:solidFill>
                  <a:schemeClr val="bg1">
                    <a:lumMod val="95000"/>
                  </a:schemeClr>
                </a:solidFill>
                <a:latin typeface="微软雅黑" panose="020B0503020204020204" pitchFamily="34" charset="-122"/>
                <a:ea typeface="微软雅黑" panose="020B0503020204020204" pitchFamily="34" charset="-122"/>
              </a:rPr>
              <a:t>章节标题</a:t>
            </a:r>
            <a:endParaRPr lang="en-US" altLang="zh-CN" sz="5400" b="1" spc="-15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78DB8C49-B7D0-E722-BD60-F18AE30C96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72736" y="2190418"/>
            <a:ext cx="3543171" cy="2477163"/>
          </a:xfrm>
          <a:prstGeom prst="rect">
            <a:avLst/>
          </a:prstGeom>
        </p:spPr>
      </p:pic>
      <p:sp>
        <p:nvSpPr>
          <p:cNvPr id="9" name="文本框 8">
            <a:extLst>
              <a:ext uri="{FF2B5EF4-FFF2-40B4-BE49-F238E27FC236}">
                <a16:creationId xmlns:a16="http://schemas.microsoft.com/office/drawing/2014/main" id="{E347BC19-FBB2-3B0E-2D82-FF7175647F11}"/>
              </a:ext>
            </a:extLst>
          </p:cNvPr>
          <p:cNvSpPr txBox="1"/>
          <p:nvPr/>
        </p:nvSpPr>
        <p:spPr>
          <a:xfrm>
            <a:off x="3248217" y="3254206"/>
            <a:ext cx="2373855" cy="707886"/>
          </a:xfrm>
          <a:prstGeom prst="rect">
            <a:avLst/>
          </a:prstGeom>
          <a:noFill/>
        </p:spPr>
        <p:txBody>
          <a:bodyPr wrap="none" rtlCol="0">
            <a:spAutoFit/>
          </a:bodyPr>
          <a:lstStyle/>
          <a:p>
            <a:pPr lvl="0" defTabSz="914400">
              <a:defRPr/>
            </a:pPr>
            <a:r>
              <a:rPr lang="en-US" altLang="zh-CN" sz="3600" b="1" i="1" dirty="0">
                <a:ln w="5080">
                  <a:noFill/>
                </a:ln>
                <a:solidFill>
                  <a:schemeClr val="bg1">
                    <a:lumMod val="95000"/>
                  </a:schemeClr>
                </a:solidFill>
                <a:latin typeface="微软雅黑" panose="020B0503020204020204" pitchFamily="34" charset="-122"/>
                <a:ea typeface="微软雅黑" panose="020B0503020204020204" pitchFamily="34" charset="-122"/>
              </a:rPr>
              <a:t>PROJECT</a:t>
            </a:r>
            <a:r>
              <a:rPr lang="en-US" altLang="zh-CN" sz="4000" b="1" i="1" dirty="0">
                <a:ln w="5080">
                  <a:noFill/>
                </a:ln>
                <a:solidFill>
                  <a:schemeClr val="bg1">
                    <a:lumMod val="95000"/>
                  </a:schemeClr>
                </a:solidFill>
                <a:latin typeface="Avenir Next" panose="020B0503020202020204" pitchFamily="34" charset="0"/>
                <a:ea typeface="微软雅黑 Light" panose="020B0502040204020203" pitchFamily="34" charset="-122"/>
              </a:rPr>
              <a:t> </a:t>
            </a:r>
          </a:p>
        </p:txBody>
      </p:sp>
    </p:spTree>
    <p:extLst>
      <p:ext uri="{BB962C8B-B14F-4D97-AF65-F5344CB8AC3E}">
        <p14:creationId xmlns:p14="http://schemas.microsoft.com/office/powerpoint/2010/main" val="3363887028"/>
      </p:ext>
    </p:extLst>
  </p:cSld>
  <p:clrMapOvr>
    <a:masterClrMapping/>
  </p:clrMapOvr>
  <p:transition spd="slow" advClick="0" advTm="4000">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形 30">
            <a:extLst>
              <a:ext uri="{FF2B5EF4-FFF2-40B4-BE49-F238E27FC236}">
                <a16:creationId xmlns:a16="http://schemas.microsoft.com/office/drawing/2014/main" id="{A9776943-B68F-6423-0018-0521231B28AB}"/>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50000" b="7746"/>
          <a:stretch/>
        </p:blipFill>
        <p:spPr>
          <a:xfrm>
            <a:off x="6262687" y="1"/>
            <a:ext cx="5929313" cy="8553450"/>
          </a:xfrm>
          <a:prstGeom prst="rect">
            <a:avLst/>
          </a:prstGeom>
        </p:spPr>
      </p:pic>
      <p:sp>
        <p:nvSpPr>
          <p:cNvPr id="14" name="矩形 13">
            <a:extLst>
              <a:ext uri="{FF2B5EF4-FFF2-40B4-BE49-F238E27FC236}">
                <a16:creationId xmlns:a16="http://schemas.microsoft.com/office/drawing/2014/main" id="{3DA59C93-21B3-461B-A475-F3919D85684E}"/>
              </a:ext>
            </a:extLst>
          </p:cNvPr>
          <p:cNvSpPr/>
          <p:nvPr/>
        </p:nvSpPr>
        <p:spPr>
          <a:xfrm>
            <a:off x="6461867" y="2384901"/>
            <a:ext cx="115200" cy="1548000"/>
          </a:xfrm>
          <a:prstGeom prst="rect">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5A89CE84-DA56-4833-B93B-571FE23E20E1}"/>
              </a:ext>
            </a:extLst>
          </p:cNvPr>
          <p:cNvGrpSpPr/>
          <p:nvPr/>
        </p:nvGrpSpPr>
        <p:grpSpPr>
          <a:xfrm>
            <a:off x="980847" y="2029828"/>
            <a:ext cx="4721622" cy="949293"/>
            <a:chOff x="1133247" y="2029828"/>
            <a:chExt cx="4721622" cy="949293"/>
          </a:xfrm>
        </p:grpSpPr>
        <p:sp>
          <p:nvSpPr>
            <p:cNvPr id="15" name="椭圆 14">
              <a:extLst>
                <a:ext uri="{FF2B5EF4-FFF2-40B4-BE49-F238E27FC236}">
                  <a16:creationId xmlns:a16="http://schemas.microsoft.com/office/drawing/2014/main" id="{E8DF890D-83DE-42A4-8B7C-24D68124F311}"/>
                </a:ext>
              </a:extLst>
            </p:cNvPr>
            <p:cNvSpPr/>
            <p:nvPr/>
          </p:nvSpPr>
          <p:spPr>
            <a:xfrm>
              <a:off x="1133247" y="2232216"/>
              <a:ext cx="180000" cy="180000"/>
            </a:xfrm>
            <a:prstGeom prst="ellipse">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D935F93E-564A-4357-B704-2183C9E714C3}"/>
                </a:ext>
              </a:extLst>
            </p:cNvPr>
            <p:cNvSpPr txBox="1"/>
            <p:nvPr/>
          </p:nvSpPr>
          <p:spPr>
            <a:xfrm>
              <a:off x="1462869" y="2029828"/>
              <a:ext cx="3203400" cy="461665"/>
            </a:xfrm>
            <a:prstGeom prst="rect">
              <a:avLst/>
            </a:prstGeom>
            <a:noFill/>
          </p:spPr>
          <p:txBody>
            <a:bodyPr wrap="square" rtlCol="0">
              <a:spAutoFit/>
            </a:bodyPr>
            <a:lstStyle>
              <a:defPPr>
                <a:defRPr lang="zh-CN"/>
              </a:defPPr>
              <a:lvl1pPr>
                <a:defRPr sz="7600" spc="-150">
                  <a:solidFill>
                    <a:srgbClr val="D61D3D"/>
                  </a:solidFill>
                  <a:latin typeface="Bahnschrift SemiBold Condensed" panose="020B0502040204020203" pitchFamily="34" charset="0"/>
                  <a:ea typeface="Adobe Gothic Std B" panose="020B0800000000000000" pitchFamily="34" charset="-128"/>
                </a:defRPr>
              </a:lvl1pPr>
            </a:lstStyle>
            <a:p>
              <a:r>
                <a:rPr lang="zh-CN" altLang="en-US" sz="2400" b="1" spc="-50" dirty="0">
                  <a:latin typeface="微软雅黑" panose="020B0503020204020204" pitchFamily="34" charset="-122"/>
                  <a:ea typeface="微软雅黑" panose="020B0503020204020204" pitchFamily="34" charset="-122"/>
                </a:rPr>
                <a:t>输入标题</a:t>
              </a:r>
            </a:p>
          </p:txBody>
        </p:sp>
        <p:sp>
          <p:nvSpPr>
            <p:cNvPr id="17" name="文本框 16">
              <a:extLst>
                <a:ext uri="{FF2B5EF4-FFF2-40B4-BE49-F238E27FC236}">
                  <a16:creationId xmlns:a16="http://schemas.microsoft.com/office/drawing/2014/main" id="{85CB0BC6-DAA6-44BA-BEB8-F9725F3DA079}"/>
                </a:ext>
              </a:extLst>
            </p:cNvPr>
            <p:cNvSpPr txBox="1"/>
            <p:nvPr/>
          </p:nvSpPr>
          <p:spPr>
            <a:xfrm>
              <a:off x="1462869" y="2469366"/>
              <a:ext cx="4392000" cy="509755"/>
            </a:xfrm>
            <a:prstGeom prst="rect">
              <a:avLst/>
            </a:prstGeom>
            <a:noFill/>
          </p:spPr>
          <p:txBody>
            <a:bodyPr wrap="square" rtlCol="0">
              <a:spAutoFit/>
            </a:bodyPr>
            <a:lstStyle/>
            <a:p>
              <a:pPr>
                <a:lnSpc>
                  <a:spcPct val="130000"/>
                </a:lnSpc>
              </a:pPr>
              <a:r>
                <a:rPr lang="zh-CN" altLang="en-US" sz="1100" spc="40" dirty="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输入内文输入内文输入内文输入内文输入内文输入内文输入内文输入内文输入内文输入内文输入内文输入内文输入内文</a:t>
              </a:r>
            </a:p>
          </p:txBody>
        </p:sp>
      </p:grpSp>
      <p:grpSp>
        <p:nvGrpSpPr>
          <p:cNvPr id="19" name="组合 18">
            <a:extLst>
              <a:ext uri="{FF2B5EF4-FFF2-40B4-BE49-F238E27FC236}">
                <a16:creationId xmlns:a16="http://schemas.microsoft.com/office/drawing/2014/main" id="{0DCFA14D-7504-4B0F-944F-B8D1A890182F}"/>
              </a:ext>
            </a:extLst>
          </p:cNvPr>
          <p:cNvGrpSpPr/>
          <p:nvPr/>
        </p:nvGrpSpPr>
        <p:grpSpPr>
          <a:xfrm>
            <a:off x="980847" y="3243067"/>
            <a:ext cx="4721622" cy="951345"/>
            <a:chOff x="1133247" y="2029828"/>
            <a:chExt cx="4721622" cy="951345"/>
          </a:xfrm>
        </p:grpSpPr>
        <p:sp>
          <p:nvSpPr>
            <p:cNvPr id="20" name="椭圆 19">
              <a:extLst>
                <a:ext uri="{FF2B5EF4-FFF2-40B4-BE49-F238E27FC236}">
                  <a16:creationId xmlns:a16="http://schemas.microsoft.com/office/drawing/2014/main" id="{58B98DF7-91CB-4969-93DE-00AFD42CB502}"/>
                </a:ext>
              </a:extLst>
            </p:cNvPr>
            <p:cNvSpPr/>
            <p:nvPr/>
          </p:nvSpPr>
          <p:spPr>
            <a:xfrm>
              <a:off x="1133247" y="2232216"/>
              <a:ext cx="180000" cy="180000"/>
            </a:xfrm>
            <a:prstGeom prst="ellipse">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9A944482-73B7-40DC-8363-0627B52A67BF}"/>
                </a:ext>
              </a:extLst>
            </p:cNvPr>
            <p:cNvSpPr txBox="1"/>
            <p:nvPr/>
          </p:nvSpPr>
          <p:spPr>
            <a:xfrm>
              <a:off x="1462869" y="2029828"/>
              <a:ext cx="3203400" cy="461665"/>
            </a:xfrm>
            <a:prstGeom prst="rect">
              <a:avLst/>
            </a:prstGeom>
            <a:noFill/>
          </p:spPr>
          <p:txBody>
            <a:bodyPr wrap="square" rtlCol="0">
              <a:spAutoFit/>
            </a:bodyPr>
            <a:lstStyle>
              <a:defPPr>
                <a:defRPr lang="zh-CN"/>
              </a:defPPr>
              <a:lvl1pPr>
                <a:defRPr sz="7600" spc="-150">
                  <a:solidFill>
                    <a:srgbClr val="D61D3D"/>
                  </a:solidFill>
                  <a:latin typeface="Bahnschrift SemiBold Condensed" panose="020B0502040204020203" pitchFamily="34" charset="0"/>
                  <a:ea typeface="Adobe Gothic Std B" panose="020B0800000000000000" pitchFamily="34" charset="-128"/>
                </a:defRPr>
              </a:lvl1pPr>
            </a:lstStyle>
            <a:p>
              <a:r>
                <a:rPr lang="zh-CN" altLang="en-US" sz="2400" b="1" spc="-50" dirty="0">
                  <a:latin typeface="微软雅黑" panose="020B0503020204020204" pitchFamily="34" charset="-122"/>
                  <a:ea typeface="微软雅黑" panose="020B0503020204020204" pitchFamily="34" charset="-122"/>
                </a:rPr>
                <a:t>输入标题</a:t>
              </a:r>
            </a:p>
          </p:txBody>
        </p:sp>
        <p:sp>
          <p:nvSpPr>
            <p:cNvPr id="22" name="文本框 21">
              <a:extLst>
                <a:ext uri="{FF2B5EF4-FFF2-40B4-BE49-F238E27FC236}">
                  <a16:creationId xmlns:a16="http://schemas.microsoft.com/office/drawing/2014/main" id="{0033FD71-8C19-409D-BE63-B8402D09F43C}"/>
                </a:ext>
              </a:extLst>
            </p:cNvPr>
            <p:cNvSpPr txBox="1"/>
            <p:nvPr/>
          </p:nvSpPr>
          <p:spPr>
            <a:xfrm>
              <a:off x="1462869" y="2469366"/>
              <a:ext cx="4392000" cy="511807"/>
            </a:xfrm>
            <a:prstGeom prst="rect">
              <a:avLst/>
            </a:prstGeom>
            <a:noFill/>
          </p:spPr>
          <p:txBody>
            <a:bodyPr wrap="square" rtlCol="0">
              <a:spAutoFit/>
            </a:bodyPr>
            <a:lstStyle/>
            <a:p>
              <a:pPr>
                <a:lnSpc>
                  <a:spcPct val="130000"/>
                </a:lnSpc>
              </a:pPr>
              <a:r>
                <a:rPr lang="zh-CN" altLang="en-US" sz="1100" spc="40" dirty="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输入内文输入内文输入内文输入内文输入内文输入内文输入内文输入内文输入内文输入内文输入内文输入内文输入内文</a:t>
              </a:r>
            </a:p>
          </p:txBody>
        </p:sp>
      </p:grpSp>
      <p:grpSp>
        <p:nvGrpSpPr>
          <p:cNvPr id="23" name="组合 22">
            <a:extLst>
              <a:ext uri="{FF2B5EF4-FFF2-40B4-BE49-F238E27FC236}">
                <a16:creationId xmlns:a16="http://schemas.microsoft.com/office/drawing/2014/main" id="{FB0A6BC9-8B45-4CB9-840E-3AF8197E9351}"/>
              </a:ext>
            </a:extLst>
          </p:cNvPr>
          <p:cNvGrpSpPr/>
          <p:nvPr/>
        </p:nvGrpSpPr>
        <p:grpSpPr>
          <a:xfrm>
            <a:off x="980847" y="4456306"/>
            <a:ext cx="4721622" cy="951345"/>
            <a:chOff x="1133247" y="2029828"/>
            <a:chExt cx="4721622" cy="951345"/>
          </a:xfrm>
        </p:grpSpPr>
        <p:sp>
          <p:nvSpPr>
            <p:cNvPr id="24" name="椭圆 23">
              <a:extLst>
                <a:ext uri="{FF2B5EF4-FFF2-40B4-BE49-F238E27FC236}">
                  <a16:creationId xmlns:a16="http://schemas.microsoft.com/office/drawing/2014/main" id="{EFA055CD-C82D-445A-9BDD-29B6416CF789}"/>
                </a:ext>
              </a:extLst>
            </p:cNvPr>
            <p:cNvSpPr/>
            <p:nvPr/>
          </p:nvSpPr>
          <p:spPr>
            <a:xfrm>
              <a:off x="1133247" y="2232216"/>
              <a:ext cx="180000" cy="180000"/>
            </a:xfrm>
            <a:prstGeom prst="ellipse">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DF14D453-B165-4A6E-9AE2-4A40A968FCDB}"/>
                </a:ext>
              </a:extLst>
            </p:cNvPr>
            <p:cNvSpPr txBox="1"/>
            <p:nvPr/>
          </p:nvSpPr>
          <p:spPr>
            <a:xfrm>
              <a:off x="1462869" y="2029828"/>
              <a:ext cx="3203400" cy="461665"/>
            </a:xfrm>
            <a:prstGeom prst="rect">
              <a:avLst/>
            </a:prstGeom>
            <a:noFill/>
          </p:spPr>
          <p:txBody>
            <a:bodyPr wrap="square" rtlCol="0">
              <a:spAutoFit/>
            </a:bodyPr>
            <a:lstStyle>
              <a:defPPr>
                <a:defRPr lang="zh-CN"/>
              </a:defPPr>
              <a:lvl1pPr>
                <a:defRPr sz="7600" spc="-150">
                  <a:solidFill>
                    <a:srgbClr val="D61D3D"/>
                  </a:solidFill>
                  <a:latin typeface="Bahnschrift SemiBold Condensed" panose="020B0502040204020203" pitchFamily="34" charset="0"/>
                  <a:ea typeface="Adobe Gothic Std B" panose="020B0800000000000000" pitchFamily="34" charset="-128"/>
                </a:defRPr>
              </a:lvl1pPr>
            </a:lstStyle>
            <a:p>
              <a:r>
                <a:rPr lang="zh-CN" altLang="en-US" sz="2400" b="1" spc="-50" dirty="0">
                  <a:latin typeface="微软雅黑" panose="020B0503020204020204" pitchFamily="34" charset="-122"/>
                  <a:ea typeface="微软雅黑" panose="020B0503020204020204" pitchFamily="34" charset="-122"/>
                </a:rPr>
                <a:t>输入标题</a:t>
              </a:r>
            </a:p>
          </p:txBody>
        </p:sp>
        <p:sp>
          <p:nvSpPr>
            <p:cNvPr id="26" name="文本框 25">
              <a:extLst>
                <a:ext uri="{FF2B5EF4-FFF2-40B4-BE49-F238E27FC236}">
                  <a16:creationId xmlns:a16="http://schemas.microsoft.com/office/drawing/2014/main" id="{1B6D169F-030E-49D9-8BFF-AC4DCF545684}"/>
                </a:ext>
              </a:extLst>
            </p:cNvPr>
            <p:cNvSpPr txBox="1"/>
            <p:nvPr/>
          </p:nvSpPr>
          <p:spPr>
            <a:xfrm>
              <a:off x="1462869" y="2469366"/>
              <a:ext cx="4392000" cy="511807"/>
            </a:xfrm>
            <a:prstGeom prst="rect">
              <a:avLst/>
            </a:prstGeom>
            <a:noFill/>
          </p:spPr>
          <p:txBody>
            <a:bodyPr wrap="square" rtlCol="0">
              <a:spAutoFit/>
            </a:bodyPr>
            <a:lstStyle/>
            <a:p>
              <a:pPr>
                <a:lnSpc>
                  <a:spcPct val="130000"/>
                </a:lnSpc>
              </a:pPr>
              <a:r>
                <a:rPr lang="zh-CN" altLang="en-US" sz="1100" spc="40" dirty="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输入内文输入内文输入内文输入内文输入内文输入内文输入内文输入内文输入内文输入内文输入内文输入内文输入内文</a:t>
              </a:r>
            </a:p>
          </p:txBody>
        </p:sp>
      </p:grpSp>
      <p:sp>
        <p:nvSpPr>
          <p:cNvPr id="32" name="文本框 31">
            <a:extLst>
              <a:ext uri="{FF2B5EF4-FFF2-40B4-BE49-F238E27FC236}">
                <a16:creationId xmlns:a16="http://schemas.microsoft.com/office/drawing/2014/main" id="{935CBA88-ACF9-1BB3-6D49-28275B47B4F5}"/>
              </a:ext>
            </a:extLst>
          </p:cNvPr>
          <p:cNvSpPr txBox="1"/>
          <p:nvPr/>
        </p:nvSpPr>
        <p:spPr>
          <a:xfrm>
            <a:off x="1900687" y="515093"/>
            <a:ext cx="1888440" cy="400110"/>
          </a:xfrm>
          <a:prstGeom prst="rect">
            <a:avLst/>
          </a:prstGeom>
          <a:noFill/>
        </p:spPr>
        <p:txBody>
          <a:bodyPr wrap="square" rtlCol="0">
            <a:spAutoFit/>
          </a:bodyPr>
          <a:lstStyle/>
          <a:p>
            <a:pPr algn="dist"/>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板式样式一</a:t>
            </a:r>
          </a:p>
        </p:txBody>
      </p:sp>
      <p:sp>
        <p:nvSpPr>
          <p:cNvPr id="33" name="文本框 32">
            <a:extLst>
              <a:ext uri="{FF2B5EF4-FFF2-40B4-BE49-F238E27FC236}">
                <a16:creationId xmlns:a16="http://schemas.microsoft.com/office/drawing/2014/main" id="{A722617A-54A3-52B6-0AEB-BA74AD37F9D5}"/>
              </a:ext>
            </a:extLst>
          </p:cNvPr>
          <p:cNvSpPr txBox="1"/>
          <p:nvPr/>
        </p:nvSpPr>
        <p:spPr>
          <a:xfrm>
            <a:off x="1907803" y="842153"/>
            <a:ext cx="5607919" cy="261610"/>
          </a:xfrm>
          <a:prstGeom prst="rect">
            <a:avLst/>
          </a:prstGeom>
          <a:noFill/>
        </p:spPr>
        <p:txBody>
          <a:bodyPr wrap="square" rtlCol="0">
            <a:spAutoFit/>
          </a:bodyPr>
          <a:lstStyle/>
          <a:p>
            <a:r>
              <a:rPr lang="en-US" altLang="zh-CN" sz="1100" dirty="0">
                <a:solidFill>
                  <a:schemeClr val="tx1">
                    <a:lumMod val="85000"/>
                    <a:lumOff val="15000"/>
                  </a:schemeClr>
                </a:solidFill>
                <a:latin typeface="印品黑体" panose="00000500000000000000" pitchFamily="2" charset="-122"/>
                <a:ea typeface="印品黑体" panose="00000500000000000000" pitchFamily="2" charset="-122"/>
              </a:rPr>
              <a:t>BANSHIYANGSHIYI</a:t>
            </a:r>
          </a:p>
        </p:txBody>
      </p:sp>
      <p:pic>
        <p:nvPicPr>
          <p:cNvPr id="34" name="图片 33">
            <a:extLst>
              <a:ext uri="{FF2B5EF4-FFF2-40B4-BE49-F238E27FC236}">
                <a16:creationId xmlns:a16="http://schemas.microsoft.com/office/drawing/2014/main" id="{4B2E4B72-CE29-137E-1B70-5D5811E771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895" y="450318"/>
            <a:ext cx="1047656" cy="732455"/>
          </a:xfrm>
          <a:prstGeom prst="rect">
            <a:avLst/>
          </a:prstGeom>
        </p:spPr>
      </p:pic>
      <p:cxnSp>
        <p:nvCxnSpPr>
          <p:cNvPr id="35" name="直接连接符 34">
            <a:extLst>
              <a:ext uri="{FF2B5EF4-FFF2-40B4-BE49-F238E27FC236}">
                <a16:creationId xmlns:a16="http://schemas.microsoft.com/office/drawing/2014/main" id="{F905292B-6E67-4DCF-C6EF-E53070DEC389}"/>
              </a:ext>
            </a:extLst>
          </p:cNvPr>
          <p:cNvCxnSpPr>
            <a:cxnSpLocks/>
          </p:cNvCxnSpPr>
          <p:nvPr/>
        </p:nvCxnSpPr>
        <p:spPr>
          <a:xfrm>
            <a:off x="1822552" y="577512"/>
            <a:ext cx="0" cy="460648"/>
          </a:xfrm>
          <a:prstGeom prst="line">
            <a:avLst/>
          </a:prstGeom>
          <a:ln w="1270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pic>
        <p:nvPicPr>
          <p:cNvPr id="3" name="图片 2">
            <a:extLst>
              <a:ext uri="{FF2B5EF4-FFF2-40B4-BE49-F238E27FC236}">
                <a16:creationId xmlns:a16="http://schemas.microsoft.com/office/drawing/2014/main" id="{920CB13F-65D9-4B50-E762-17728C65D1A2}"/>
              </a:ext>
            </a:extLst>
          </p:cNvPr>
          <p:cNvPicPr>
            <a:picLocks noChangeAspect="1"/>
          </p:cNvPicPr>
          <p:nvPr/>
        </p:nvPicPr>
        <p:blipFill rotWithShape="1">
          <a:blip r:embed="rId5">
            <a:extLst>
              <a:ext uri="{BEBA8EAE-BF5A-486C-A8C5-ECC9F3942E4B}">
                <a14:imgProps xmlns:a14="http://schemas.microsoft.com/office/drawing/2010/main">
                  <a14:imgLayer r:embed="rId6">
                    <a14:imgEffect>
                      <a14:colorTemperature colorTemp="7200"/>
                    </a14:imgEffect>
                    <a14:imgEffect>
                      <a14:brightnessContrast contrast="20000"/>
                    </a14:imgEffect>
                  </a14:imgLayer>
                </a14:imgProps>
              </a:ext>
              <a:ext uri="{28A0092B-C50C-407E-A947-70E740481C1C}">
                <a14:useLocalDpi xmlns:a14="http://schemas.microsoft.com/office/drawing/2010/main" val="0"/>
              </a:ext>
            </a:extLst>
          </a:blip>
          <a:srcRect l="23884" t="11211" b="8863"/>
          <a:stretch/>
        </p:blipFill>
        <p:spPr>
          <a:xfrm>
            <a:off x="6577067" y="1710918"/>
            <a:ext cx="4633451" cy="3649074"/>
          </a:xfrm>
          <a:prstGeom prst="rect">
            <a:avLst/>
          </a:prstGeom>
        </p:spPr>
      </p:pic>
    </p:spTree>
    <p:extLst>
      <p:ext uri="{BB962C8B-B14F-4D97-AF65-F5344CB8AC3E}">
        <p14:creationId xmlns:p14="http://schemas.microsoft.com/office/powerpoint/2010/main" val="809319213"/>
      </p:ext>
    </p:extLst>
  </p:cSld>
  <p:clrMapOvr>
    <a:masterClrMapping/>
  </p:clrMapOvr>
  <p:transition spd="slow" advClick="0" advTm="5000">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形 51">
            <a:extLst>
              <a:ext uri="{FF2B5EF4-FFF2-40B4-BE49-F238E27FC236}">
                <a16:creationId xmlns:a16="http://schemas.microsoft.com/office/drawing/2014/main" id="{B9393287-744D-7537-059C-8A8C4730A6DC}"/>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50000" b="7746"/>
          <a:stretch/>
        </p:blipFill>
        <p:spPr>
          <a:xfrm>
            <a:off x="6262687" y="1"/>
            <a:ext cx="5929313" cy="8553450"/>
          </a:xfrm>
          <a:prstGeom prst="rect">
            <a:avLst/>
          </a:prstGeom>
        </p:spPr>
      </p:pic>
      <p:grpSp>
        <p:nvGrpSpPr>
          <p:cNvPr id="3" name="组合 2">
            <a:extLst>
              <a:ext uri="{FF2B5EF4-FFF2-40B4-BE49-F238E27FC236}">
                <a16:creationId xmlns:a16="http://schemas.microsoft.com/office/drawing/2014/main" id="{A647BE4A-9E06-4003-AC69-ABB565081A36}"/>
              </a:ext>
            </a:extLst>
          </p:cNvPr>
          <p:cNvGrpSpPr/>
          <p:nvPr/>
        </p:nvGrpSpPr>
        <p:grpSpPr>
          <a:xfrm>
            <a:off x="1181559" y="1718503"/>
            <a:ext cx="2010191" cy="4098278"/>
            <a:chOff x="1181559" y="1718503"/>
            <a:chExt cx="2010191" cy="4098278"/>
          </a:xfrm>
        </p:grpSpPr>
        <p:sp>
          <p:nvSpPr>
            <p:cNvPr id="10" name="矩形: 圆角 9">
              <a:extLst>
                <a:ext uri="{FF2B5EF4-FFF2-40B4-BE49-F238E27FC236}">
                  <a16:creationId xmlns:a16="http://schemas.microsoft.com/office/drawing/2014/main" id="{91AA235A-EBAA-4EFC-A0A5-7157EDD94C3A}"/>
                </a:ext>
              </a:extLst>
            </p:cNvPr>
            <p:cNvSpPr/>
            <p:nvPr/>
          </p:nvSpPr>
          <p:spPr>
            <a:xfrm>
              <a:off x="1219335" y="1718503"/>
              <a:ext cx="1934387" cy="4098278"/>
            </a:xfrm>
            <a:prstGeom prst="roundRect">
              <a:avLst>
                <a:gd name="adj" fmla="val 50000"/>
              </a:avLst>
            </a:prstGeom>
            <a:noFill/>
            <a:ln w="6350">
              <a:solidFill>
                <a:srgbClr val="D41F3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14" name="组合 13">
              <a:extLst>
                <a:ext uri="{FF2B5EF4-FFF2-40B4-BE49-F238E27FC236}">
                  <a16:creationId xmlns:a16="http://schemas.microsoft.com/office/drawing/2014/main" id="{336E9848-9673-4875-BD0C-28A18363FC92}"/>
                </a:ext>
              </a:extLst>
            </p:cNvPr>
            <p:cNvGrpSpPr/>
            <p:nvPr/>
          </p:nvGrpSpPr>
          <p:grpSpPr>
            <a:xfrm>
              <a:off x="1181559" y="3441744"/>
              <a:ext cx="2010191" cy="1774859"/>
              <a:chOff x="699923" y="3409801"/>
              <a:chExt cx="2207234" cy="1948836"/>
            </a:xfrm>
          </p:grpSpPr>
          <p:sp>
            <p:nvSpPr>
              <p:cNvPr id="15" name="文本框 14">
                <a:extLst>
                  <a:ext uri="{FF2B5EF4-FFF2-40B4-BE49-F238E27FC236}">
                    <a16:creationId xmlns:a16="http://schemas.microsoft.com/office/drawing/2014/main" id="{57CD83A9-B612-4CBC-8D6E-A3FC7D018D05}"/>
                  </a:ext>
                </a:extLst>
              </p:cNvPr>
              <p:cNvSpPr txBox="1"/>
              <p:nvPr/>
            </p:nvSpPr>
            <p:spPr>
              <a:xfrm>
                <a:off x="699923" y="3409801"/>
                <a:ext cx="2207234" cy="439330"/>
              </a:xfrm>
              <a:prstGeom prst="rect">
                <a:avLst/>
              </a:prstGeom>
              <a:noFill/>
            </p:spPr>
            <p:txBody>
              <a:bodyPr wrap="square" rtlCol="0">
                <a:spAutoFit/>
              </a:bodyPr>
              <a:lstStyle/>
              <a:p>
                <a:pPr algn="ctr"/>
                <a:r>
                  <a:rPr lang="zh-CN" altLang="en-US" sz="2000" dirty="0">
                    <a:solidFill>
                      <a:srgbClr val="D41F3E"/>
                    </a:solidFill>
                    <a:latin typeface="微软雅黑" panose="020B0503020204020204" pitchFamily="34" charset="-122"/>
                    <a:ea typeface="微软雅黑" panose="020B0503020204020204" pitchFamily="34" charset="-122"/>
                  </a:rPr>
                  <a:t>输入标题</a:t>
                </a:r>
              </a:p>
            </p:txBody>
          </p:sp>
          <p:sp>
            <p:nvSpPr>
              <p:cNvPr id="16" name="矩形 15">
                <a:extLst>
                  <a:ext uri="{FF2B5EF4-FFF2-40B4-BE49-F238E27FC236}">
                    <a16:creationId xmlns:a16="http://schemas.microsoft.com/office/drawing/2014/main" id="{6472F3A6-CB8B-4206-8381-382AF93175A7}"/>
                  </a:ext>
                </a:extLst>
              </p:cNvPr>
              <p:cNvSpPr/>
              <p:nvPr/>
            </p:nvSpPr>
            <p:spPr>
              <a:xfrm>
                <a:off x="1659540" y="3865911"/>
                <a:ext cx="288000" cy="28800"/>
              </a:xfrm>
              <a:prstGeom prst="rect">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文本框 16">
                <a:extLst>
                  <a:ext uri="{FF2B5EF4-FFF2-40B4-BE49-F238E27FC236}">
                    <a16:creationId xmlns:a16="http://schemas.microsoft.com/office/drawing/2014/main" id="{C27677EC-B07D-41AD-BB5D-F89507C05A98}"/>
                  </a:ext>
                </a:extLst>
              </p:cNvPr>
              <p:cNvSpPr txBox="1"/>
              <p:nvPr/>
            </p:nvSpPr>
            <p:spPr>
              <a:xfrm>
                <a:off x="1048307" y="4021076"/>
                <a:ext cx="1510465" cy="1337561"/>
              </a:xfrm>
              <a:prstGeom prst="rect">
                <a:avLst/>
              </a:prstGeom>
              <a:noFill/>
            </p:spPr>
            <p:txBody>
              <a:bodyPr wrap="square" rtlCol="0">
                <a:spAutoFit/>
              </a:bodyPr>
              <a:lstStyle/>
              <a:p>
                <a:pPr algn="ctr">
                  <a:lnSpc>
                    <a:spcPct val="150000"/>
                  </a:lnSpc>
                </a:pPr>
                <a:r>
                  <a:rPr lang="zh-CN" altLang="en-US" sz="10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grpSp>
          <p:nvGrpSpPr>
            <p:cNvPr id="30" name="组合 29">
              <a:extLst>
                <a:ext uri="{FF2B5EF4-FFF2-40B4-BE49-F238E27FC236}">
                  <a16:creationId xmlns:a16="http://schemas.microsoft.com/office/drawing/2014/main" id="{D1B30BEF-5F30-4C09-A3D1-193DBDCA007C}"/>
                </a:ext>
              </a:extLst>
            </p:cNvPr>
            <p:cNvGrpSpPr/>
            <p:nvPr/>
          </p:nvGrpSpPr>
          <p:grpSpPr>
            <a:xfrm>
              <a:off x="1497445" y="1903523"/>
              <a:ext cx="1377022" cy="1377021"/>
              <a:chOff x="1046773" y="1720798"/>
              <a:chExt cx="1512000" cy="1512000"/>
            </a:xfrm>
          </p:grpSpPr>
          <p:sp>
            <p:nvSpPr>
              <p:cNvPr id="31" name="椭圆 30">
                <a:extLst>
                  <a:ext uri="{FF2B5EF4-FFF2-40B4-BE49-F238E27FC236}">
                    <a16:creationId xmlns:a16="http://schemas.microsoft.com/office/drawing/2014/main" id="{04349D6D-4517-4D40-8359-D83731BE1EA5}"/>
                  </a:ext>
                </a:extLst>
              </p:cNvPr>
              <p:cNvSpPr/>
              <p:nvPr/>
            </p:nvSpPr>
            <p:spPr>
              <a:xfrm>
                <a:off x="1046773" y="1720798"/>
                <a:ext cx="1512000" cy="1512000"/>
              </a:xfrm>
              <a:prstGeom prst="ellipse">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a:extLst>
                  <a:ext uri="{FF2B5EF4-FFF2-40B4-BE49-F238E27FC236}">
                    <a16:creationId xmlns:a16="http://schemas.microsoft.com/office/drawing/2014/main" id="{F0927F39-2B4E-4F6F-84A5-7D14A17CC827}"/>
                  </a:ext>
                </a:extLst>
              </p:cNvPr>
              <p:cNvGrpSpPr/>
              <p:nvPr/>
            </p:nvGrpSpPr>
            <p:grpSpPr>
              <a:xfrm>
                <a:off x="1551546" y="2278115"/>
                <a:ext cx="420680" cy="419756"/>
                <a:chOff x="3721100" y="-804863"/>
                <a:chExt cx="722313" cy="720725"/>
              </a:xfrm>
              <a:solidFill>
                <a:schemeClr val="bg1"/>
              </a:solidFill>
            </p:grpSpPr>
            <p:sp>
              <p:nvSpPr>
                <p:cNvPr id="33" name="Freeform 5">
                  <a:extLst>
                    <a:ext uri="{FF2B5EF4-FFF2-40B4-BE49-F238E27FC236}">
                      <a16:creationId xmlns:a16="http://schemas.microsoft.com/office/drawing/2014/main" id="{817253A4-B898-46C3-927D-707A3ECDAEDB}"/>
                    </a:ext>
                  </a:extLst>
                </p:cNvPr>
                <p:cNvSpPr>
                  <a:spLocks noEditPoints="1"/>
                </p:cNvSpPr>
                <p:nvPr/>
              </p:nvSpPr>
              <p:spPr bwMode="auto">
                <a:xfrm>
                  <a:off x="4060825" y="-466726"/>
                  <a:ext cx="241300" cy="174625"/>
                </a:xfrm>
                <a:custGeom>
                  <a:avLst/>
                  <a:gdLst>
                    <a:gd name="T0" fmla="*/ 961 w 1104"/>
                    <a:gd name="T1" fmla="*/ 565 h 792"/>
                    <a:gd name="T2" fmla="*/ 121 w 1104"/>
                    <a:gd name="T3" fmla="*/ 565 h 792"/>
                    <a:gd name="T4" fmla="*/ 21 w 1104"/>
                    <a:gd name="T5" fmla="*/ 621 h 792"/>
                    <a:gd name="T6" fmla="*/ 21 w 1104"/>
                    <a:gd name="T7" fmla="*/ 736 h 792"/>
                    <a:gd name="T8" fmla="*/ 121 w 1104"/>
                    <a:gd name="T9" fmla="*/ 792 h 792"/>
                    <a:gd name="T10" fmla="*/ 961 w 1104"/>
                    <a:gd name="T11" fmla="*/ 792 h 792"/>
                    <a:gd name="T12" fmla="*/ 1061 w 1104"/>
                    <a:gd name="T13" fmla="*/ 736 h 792"/>
                    <a:gd name="T14" fmla="*/ 1061 w 1104"/>
                    <a:gd name="T15" fmla="*/ 621 h 792"/>
                    <a:gd name="T16" fmla="*/ 961 w 1104"/>
                    <a:gd name="T17" fmla="*/ 565 h 792"/>
                    <a:gd name="T18" fmla="*/ 984 w 1104"/>
                    <a:gd name="T19" fmla="*/ 1 h 792"/>
                    <a:gd name="T20" fmla="*/ 314 w 1104"/>
                    <a:gd name="T21" fmla="*/ 1 h 792"/>
                    <a:gd name="T22" fmla="*/ 214 w 1104"/>
                    <a:gd name="T23" fmla="*/ 57 h 792"/>
                    <a:gd name="T24" fmla="*/ 214 w 1104"/>
                    <a:gd name="T25" fmla="*/ 171 h 792"/>
                    <a:gd name="T26" fmla="*/ 314 w 1104"/>
                    <a:gd name="T27" fmla="*/ 227 h 792"/>
                    <a:gd name="T28" fmla="*/ 984 w 1104"/>
                    <a:gd name="T29" fmla="*/ 227 h 792"/>
                    <a:gd name="T30" fmla="*/ 1084 w 1104"/>
                    <a:gd name="T31" fmla="*/ 171 h 792"/>
                    <a:gd name="T32" fmla="*/ 1084 w 1104"/>
                    <a:gd name="T33" fmla="*/ 57 h 792"/>
                    <a:gd name="T34" fmla="*/ 984 w 1104"/>
                    <a:gd name="T35" fmla="*/ 1 h 792"/>
                    <a:gd name="T36" fmla="*/ 984 w 1104"/>
                    <a:gd name="T37" fmla="*/ 1 h 792"/>
                    <a:gd name="T38" fmla="*/ 984 w 1104"/>
                    <a:gd name="T39" fmla="*/ 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4" h="792">
                      <a:moveTo>
                        <a:pt x="961" y="565"/>
                      </a:moveTo>
                      <a:cubicBezTo>
                        <a:pt x="121" y="565"/>
                        <a:pt x="121" y="565"/>
                        <a:pt x="121" y="565"/>
                      </a:cubicBezTo>
                      <a:cubicBezTo>
                        <a:pt x="80" y="564"/>
                        <a:pt x="42" y="586"/>
                        <a:pt x="21" y="621"/>
                      </a:cubicBezTo>
                      <a:cubicBezTo>
                        <a:pt x="0" y="657"/>
                        <a:pt x="0" y="700"/>
                        <a:pt x="21" y="736"/>
                      </a:cubicBezTo>
                      <a:cubicBezTo>
                        <a:pt x="42" y="771"/>
                        <a:pt x="80" y="792"/>
                        <a:pt x="121" y="792"/>
                      </a:cubicBezTo>
                      <a:cubicBezTo>
                        <a:pt x="961" y="792"/>
                        <a:pt x="961" y="792"/>
                        <a:pt x="961" y="792"/>
                      </a:cubicBezTo>
                      <a:cubicBezTo>
                        <a:pt x="1002" y="792"/>
                        <a:pt x="1040" y="771"/>
                        <a:pt x="1061" y="736"/>
                      </a:cubicBezTo>
                      <a:cubicBezTo>
                        <a:pt x="1082" y="700"/>
                        <a:pt x="1082" y="657"/>
                        <a:pt x="1061" y="621"/>
                      </a:cubicBezTo>
                      <a:cubicBezTo>
                        <a:pt x="1040" y="586"/>
                        <a:pt x="1002" y="564"/>
                        <a:pt x="961" y="565"/>
                      </a:cubicBezTo>
                      <a:close/>
                      <a:moveTo>
                        <a:pt x="984" y="1"/>
                      </a:moveTo>
                      <a:cubicBezTo>
                        <a:pt x="314" y="1"/>
                        <a:pt x="314" y="1"/>
                        <a:pt x="314" y="1"/>
                      </a:cubicBezTo>
                      <a:cubicBezTo>
                        <a:pt x="273" y="0"/>
                        <a:pt x="235" y="21"/>
                        <a:pt x="214" y="57"/>
                      </a:cubicBezTo>
                      <a:cubicBezTo>
                        <a:pt x="194" y="92"/>
                        <a:pt x="194" y="136"/>
                        <a:pt x="214" y="171"/>
                      </a:cubicBezTo>
                      <a:cubicBezTo>
                        <a:pt x="235" y="207"/>
                        <a:pt x="273" y="228"/>
                        <a:pt x="314" y="227"/>
                      </a:cubicBezTo>
                      <a:cubicBezTo>
                        <a:pt x="984" y="227"/>
                        <a:pt x="984" y="227"/>
                        <a:pt x="984" y="227"/>
                      </a:cubicBezTo>
                      <a:cubicBezTo>
                        <a:pt x="1025" y="228"/>
                        <a:pt x="1063" y="207"/>
                        <a:pt x="1084" y="171"/>
                      </a:cubicBezTo>
                      <a:cubicBezTo>
                        <a:pt x="1104" y="136"/>
                        <a:pt x="1104" y="92"/>
                        <a:pt x="1084" y="57"/>
                      </a:cubicBezTo>
                      <a:cubicBezTo>
                        <a:pt x="1063" y="21"/>
                        <a:pt x="1025" y="0"/>
                        <a:pt x="984" y="1"/>
                      </a:cubicBezTo>
                      <a:close/>
                      <a:moveTo>
                        <a:pt x="984" y="1"/>
                      </a:moveTo>
                      <a:cubicBezTo>
                        <a:pt x="984" y="1"/>
                        <a:pt x="984" y="1"/>
                        <a:pt x="98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6">
                  <a:extLst>
                    <a:ext uri="{FF2B5EF4-FFF2-40B4-BE49-F238E27FC236}">
                      <a16:creationId xmlns:a16="http://schemas.microsoft.com/office/drawing/2014/main" id="{BC589485-8B5A-44B9-B1C3-C298BDBE0493}"/>
                    </a:ext>
                  </a:extLst>
                </p:cNvPr>
                <p:cNvSpPr>
                  <a:spLocks noEditPoints="1"/>
                </p:cNvSpPr>
                <p:nvPr/>
              </p:nvSpPr>
              <p:spPr bwMode="auto">
                <a:xfrm>
                  <a:off x="3871913" y="-804863"/>
                  <a:ext cx="571500" cy="695325"/>
                </a:xfrm>
                <a:custGeom>
                  <a:avLst/>
                  <a:gdLst>
                    <a:gd name="T0" fmla="*/ 1812 w 2606"/>
                    <a:gd name="T1" fmla="*/ 0 h 3167"/>
                    <a:gd name="T2" fmla="*/ 451 w 2606"/>
                    <a:gd name="T3" fmla="*/ 0 h 3167"/>
                    <a:gd name="T4" fmla="*/ 0 w 2606"/>
                    <a:gd name="T5" fmla="*/ 409 h 3167"/>
                    <a:gd name="T6" fmla="*/ 0 w 2606"/>
                    <a:gd name="T7" fmla="*/ 664 h 3167"/>
                    <a:gd name="T8" fmla="*/ 0 w 2606"/>
                    <a:gd name="T9" fmla="*/ 664 h 3167"/>
                    <a:gd name="T10" fmla="*/ 0 w 2606"/>
                    <a:gd name="T11" fmla="*/ 818 h 3167"/>
                    <a:gd name="T12" fmla="*/ 243 w 2606"/>
                    <a:gd name="T13" fmla="*/ 692 h 3167"/>
                    <a:gd name="T14" fmla="*/ 243 w 2606"/>
                    <a:gd name="T15" fmla="*/ 449 h 3167"/>
                    <a:gd name="T16" fmla="*/ 452 w 2606"/>
                    <a:gd name="T17" fmla="*/ 226 h 3167"/>
                    <a:gd name="T18" fmla="*/ 1586 w 2606"/>
                    <a:gd name="T19" fmla="*/ 226 h 3167"/>
                    <a:gd name="T20" fmla="*/ 1586 w 2606"/>
                    <a:gd name="T21" fmla="*/ 681 h 3167"/>
                    <a:gd name="T22" fmla="*/ 2040 w 2606"/>
                    <a:gd name="T23" fmla="*/ 1131 h 3167"/>
                    <a:gd name="T24" fmla="*/ 2380 w 2606"/>
                    <a:gd name="T25" fmla="*/ 1131 h 3167"/>
                    <a:gd name="T26" fmla="*/ 2380 w 2606"/>
                    <a:gd name="T27" fmla="*/ 2714 h 3167"/>
                    <a:gd name="T28" fmla="*/ 2153 w 2606"/>
                    <a:gd name="T29" fmla="*/ 2940 h 3167"/>
                    <a:gd name="T30" fmla="*/ 1745 w 2606"/>
                    <a:gd name="T31" fmla="*/ 2940 h 3167"/>
                    <a:gd name="T32" fmla="*/ 1745 w 2606"/>
                    <a:gd name="T33" fmla="*/ 3012 h 3167"/>
                    <a:gd name="T34" fmla="*/ 1745 w 2606"/>
                    <a:gd name="T35" fmla="*/ 3167 h 3167"/>
                    <a:gd name="T36" fmla="*/ 2153 w 2606"/>
                    <a:gd name="T37" fmla="*/ 3167 h 3167"/>
                    <a:gd name="T38" fmla="*/ 2606 w 2606"/>
                    <a:gd name="T39" fmla="*/ 2714 h 3167"/>
                    <a:gd name="T40" fmla="*/ 2606 w 2606"/>
                    <a:gd name="T41" fmla="*/ 908 h 3167"/>
                    <a:gd name="T42" fmla="*/ 1812 w 2606"/>
                    <a:gd name="T43" fmla="*/ 0 h 3167"/>
                    <a:gd name="T44" fmla="*/ 2039 w 2606"/>
                    <a:gd name="T45" fmla="*/ 904 h 3167"/>
                    <a:gd name="T46" fmla="*/ 1813 w 2606"/>
                    <a:gd name="T47" fmla="*/ 567 h 3167"/>
                    <a:gd name="T48" fmla="*/ 1813 w 2606"/>
                    <a:gd name="T49" fmla="*/ 229 h 3167"/>
                    <a:gd name="T50" fmla="*/ 2379 w 2606"/>
                    <a:gd name="T51" fmla="*/ 904 h 3167"/>
                    <a:gd name="T52" fmla="*/ 2039 w 2606"/>
                    <a:gd name="T53" fmla="*/ 904 h 3167"/>
                    <a:gd name="T54" fmla="*/ 2039 w 2606"/>
                    <a:gd name="T55" fmla="*/ 904 h 3167"/>
                    <a:gd name="T56" fmla="*/ 2039 w 2606"/>
                    <a:gd name="T57" fmla="*/ 904 h 3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06" h="3167">
                      <a:moveTo>
                        <a:pt x="1812" y="0"/>
                      </a:moveTo>
                      <a:cubicBezTo>
                        <a:pt x="451" y="0"/>
                        <a:pt x="451" y="0"/>
                        <a:pt x="451" y="0"/>
                      </a:cubicBezTo>
                      <a:cubicBezTo>
                        <a:pt x="226" y="0"/>
                        <a:pt x="24" y="193"/>
                        <a:pt x="0" y="409"/>
                      </a:cubicBezTo>
                      <a:cubicBezTo>
                        <a:pt x="0" y="664"/>
                        <a:pt x="0" y="664"/>
                        <a:pt x="0" y="664"/>
                      </a:cubicBezTo>
                      <a:cubicBezTo>
                        <a:pt x="0" y="664"/>
                        <a:pt x="0" y="664"/>
                        <a:pt x="0" y="664"/>
                      </a:cubicBezTo>
                      <a:cubicBezTo>
                        <a:pt x="0" y="818"/>
                        <a:pt x="0" y="818"/>
                        <a:pt x="0" y="818"/>
                      </a:cubicBezTo>
                      <a:cubicBezTo>
                        <a:pt x="75" y="760"/>
                        <a:pt x="148" y="725"/>
                        <a:pt x="243" y="692"/>
                      </a:cubicBezTo>
                      <a:cubicBezTo>
                        <a:pt x="243" y="449"/>
                        <a:pt x="243" y="449"/>
                        <a:pt x="243" y="449"/>
                      </a:cubicBezTo>
                      <a:cubicBezTo>
                        <a:pt x="243" y="333"/>
                        <a:pt x="332" y="226"/>
                        <a:pt x="452" y="226"/>
                      </a:cubicBezTo>
                      <a:cubicBezTo>
                        <a:pt x="1586" y="226"/>
                        <a:pt x="1586" y="226"/>
                        <a:pt x="1586" y="226"/>
                      </a:cubicBezTo>
                      <a:cubicBezTo>
                        <a:pt x="1585" y="486"/>
                        <a:pt x="1586" y="681"/>
                        <a:pt x="1586" y="681"/>
                      </a:cubicBezTo>
                      <a:cubicBezTo>
                        <a:pt x="1586" y="916"/>
                        <a:pt x="1798" y="1131"/>
                        <a:pt x="2040" y="1131"/>
                      </a:cubicBezTo>
                      <a:cubicBezTo>
                        <a:pt x="2380" y="1131"/>
                        <a:pt x="2380" y="1131"/>
                        <a:pt x="2380" y="1131"/>
                      </a:cubicBezTo>
                      <a:cubicBezTo>
                        <a:pt x="2380" y="2714"/>
                        <a:pt x="2380" y="2714"/>
                        <a:pt x="2380" y="2714"/>
                      </a:cubicBezTo>
                      <a:cubicBezTo>
                        <a:pt x="2380" y="2829"/>
                        <a:pt x="2272" y="2940"/>
                        <a:pt x="2153" y="2940"/>
                      </a:cubicBezTo>
                      <a:cubicBezTo>
                        <a:pt x="1745" y="2940"/>
                        <a:pt x="1745" y="2940"/>
                        <a:pt x="1745" y="2940"/>
                      </a:cubicBezTo>
                      <a:cubicBezTo>
                        <a:pt x="1745" y="2986"/>
                        <a:pt x="1745" y="2985"/>
                        <a:pt x="1745" y="3012"/>
                      </a:cubicBezTo>
                      <a:cubicBezTo>
                        <a:pt x="1745" y="3167"/>
                        <a:pt x="1745" y="3167"/>
                        <a:pt x="1745" y="3167"/>
                      </a:cubicBezTo>
                      <a:cubicBezTo>
                        <a:pt x="2153" y="3167"/>
                        <a:pt x="2153" y="3167"/>
                        <a:pt x="2153" y="3167"/>
                      </a:cubicBezTo>
                      <a:cubicBezTo>
                        <a:pt x="2392" y="3167"/>
                        <a:pt x="2606" y="2947"/>
                        <a:pt x="2606" y="2714"/>
                      </a:cubicBezTo>
                      <a:cubicBezTo>
                        <a:pt x="2606" y="908"/>
                        <a:pt x="2606" y="908"/>
                        <a:pt x="2606" y="908"/>
                      </a:cubicBezTo>
                      <a:lnTo>
                        <a:pt x="1812" y="0"/>
                      </a:lnTo>
                      <a:close/>
                      <a:moveTo>
                        <a:pt x="2039" y="904"/>
                      </a:moveTo>
                      <a:cubicBezTo>
                        <a:pt x="1919" y="904"/>
                        <a:pt x="1813" y="685"/>
                        <a:pt x="1813" y="567"/>
                      </a:cubicBezTo>
                      <a:cubicBezTo>
                        <a:pt x="1813" y="229"/>
                        <a:pt x="1813" y="229"/>
                        <a:pt x="1813" y="229"/>
                      </a:cubicBezTo>
                      <a:cubicBezTo>
                        <a:pt x="2379" y="904"/>
                        <a:pt x="2379" y="904"/>
                        <a:pt x="2379" y="904"/>
                      </a:cubicBezTo>
                      <a:lnTo>
                        <a:pt x="2039" y="904"/>
                      </a:lnTo>
                      <a:close/>
                      <a:moveTo>
                        <a:pt x="2039" y="904"/>
                      </a:moveTo>
                      <a:cubicBezTo>
                        <a:pt x="2039" y="904"/>
                        <a:pt x="2039" y="904"/>
                        <a:pt x="2039" y="90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7">
                  <a:extLst>
                    <a:ext uri="{FF2B5EF4-FFF2-40B4-BE49-F238E27FC236}">
                      <a16:creationId xmlns:a16="http://schemas.microsoft.com/office/drawing/2014/main" id="{93312B64-6130-4CA6-B485-0912DC8EFC81}"/>
                    </a:ext>
                  </a:extLst>
                </p:cNvPr>
                <p:cNvSpPr>
                  <a:spLocks noEditPoints="1"/>
                </p:cNvSpPr>
                <p:nvPr/>
              </p:nvSpPr>
              <p:spPr bwMode="auto">
                <a:xfrm>
                  <a:off x="3721100" y="-644526"/>
                  <a:ext cx="517525" cy="560388"/>
                </a:xfrm>
                <a:custGeom>
                  <a:avLst/>
                  <a:gdLst>
                    <a:gd name="T0" fmla="*/ 2201 w 2361"/>
                    <a:gd name="T1" fmla="*/ 1991 h 2549"/>
                    <a:gd name="T2" fmla="*/ 1607 w 2361"/>
                    <a:gd name="T3" fmla="*/ 1662 h 2549"/>
                    <a:gd name="T4" fmla="*/ 1888 w 2361"/>
                    <a:gd name="T5" fmla="*/ 956 h 2549"/>
                    <a:gd name="T6" fmla="*/ 1888 w 2361"/>
                    <a:gd name="T7" fmla="*/ 558 h 2549"/>
                    <a:gd name="T8" fmla="*/ 1185 w 2361"/>
                    <a:gd name="T9" fmla="*/ 0 h 2549"/>
                    <a:gd name="T10" fmla="*/ 473 w 2361"/>
                    <a:gd name="T11" fmla="*/ 558 h 2549"/>
                    <a:gd name="T12" fmla="*/ 473 w 2361"/>
                    <a:gd name="T13" fmla="*/ 956 h 2549"/>
                    <a:gd name="T14" fmla="*/ 770 w 2361"/>
                    <a:gd name="T15" fmla="*/ 1661 h 2549"/>
                    <a:gd name="T16" fmla="*/ 160 w 2361"/>
                    <a:gd name="T17" fmla="*/ 1991 h 2549"/>
                    <a:gd name="T18" fmla="*/ 1 w 2361"/>
                    <a:gd name="T19" fmla="*/ 2150 h 2549"/>
                    <a:gd name="T20" fmla="*/ 1 w 2361"/>
                    <a:gd name="T21" fmla="*/ 2390 h 2549"/>
                    <a:gd name="T22" fmla="*/ 47 w 2361"/>
                    <a:gd name="T23" fmla="*/ 2502 h 2549"/>
                    <a:gd name="T24" fmla="*/ 160 w 2361"/>
                    <a:gd name="T25" fmla="*/ 2549 h 2549"/>
                    <a:gd name="T26" fmla="*/ 2201 w 2361"/>
                    <a:gd name="T27" fmla="*/ 2549 h 2549"/>
                    <a:gd name="T28" fmla="*/ 2314 w 2361"/>
                    <a:gd name="T29" fmla="*/ 2502 h 2549"/>
                    <a:gd name="T30" fmla="*/ 2361 w 2361"/>
                    <a:gd name="T31" fmla="*/ 2390 h 2549"/>
                    <a:gd name="T32" fmla="*/ 2361 w 2361"/>
                    <a:gd name="T33" fmla="*/ 2150 h 2549"/>
                    <a:gd name="T34" fmla="*/ 2201 w 2361"/>
                    <a:gd name="T35" fmla="*/ 1991 h 2549"/>
                    <a:gd name="T36" fmla="*/ 189 w 2361"/>
                    <a:gd name="T37" fmla="*/ 2360 h 2549"/>
                    <a:gd name="T38" fmla="*/ 189 w 2361"/>
                    <a:gd name="T39" fmla="*/ 2192 h 2549"/>
                    <a:gd name="T40" fmla="*/ 237 w 2361"/>
                    <a:gd name="T41" fmla="*/ 2163 h 2549"/>
                    <a:gd name="T42" fmla="*/ 250 w 2361"/>
                    <a:gd name="T43" fmla="*/ 2157 h 2549"/>
                    <a:gd name="T44" fmla="*/ 859 w 2361"/>
                    <a:gd name="T45" fmla="*/ 1826 h 2549"/>
                    <a:gd name="T46" fmla="*/ 958 w 2361"/>
                    <a:gd name="T47" fmla="*/ 1678 h 2549"/>
                    <a:gd name="T48" fmla="*/ 888 w 2361"/>
                    <a:gd name="T49" fmla="*/ 1514 h 2549"/>
                    <a:gd name="T50" fmla="*/ 661 w 2361"/>
                    <a:gd name="T51" fmla="*/ 956 h 2549"/>
                    <a:gd name="T52" fmla="*/ 661 w 2361"/>
                    <a:gd name="T53" fmla="*/ 558 h 2549"/>
                    <a:gd name="T54" fmla="*/ 1185 w 2361"/>
                    <a:gd name="T55" fmla="*/ 189 h 2549"/>
                    <a:gd name="T56" fmla="*/ 1699 w 2361"/>
                    <a:gd name="T57" fmla="*/ 558 h 2549"/>
                    <a:gd name="T58" fmla="*/ 1699 w 2361"/>
                    <a:gd name="T59" fmla="*/ 956 h 2549"/>
                    <a:gd name="T60" fmla="*/ 1490 w 2361"/>
                    <a:gd name="T61" fmla="*/ 1514 h 2549"/>
                    <a:gd name="T62" fmla="*/ 1419 w 2361"/>
                    <a:gd name="T63" fmla="*/ 1678 h 2549"/>
                    <a:gd name="T64" fmla="*/ 1517 w 2361"/>
                    <a:gd name="T65" fmla="*/ 1828 h 2549"/>
                    <a:gd name="T66" fmla="*/ 2111 w 2361"/>
                    <a:gd name="T67" fmla="*/ 2157 h 2549"/>
                    <a:gd name="T68" fmla="*/ 2128 w 2361"/>
                    <a:gd name="T69" fmla="*/ 2165 h 2549"/>
                    <a:gd name="T70" fmla="*/ 2172 w 2361"/>
                    <a:gd name="T71" fmla="*/ 2189 h 2549"/>
                    <a:gd name="T72" fmla="*/ 2172 w 2361"/>
                    <a:gd name="T73" fmla="*/ 2360 h 2549"/>
                    <a:gd name="T74" fmla="*/ 189 w 2361"/>
                    <a:gd name="T75" fmla="*/ 2360 h 2549"/>
                    <a:gd name="T76" fmla="*/ 189 w 2361"/>
                    <a:gd name="T77" fmla="*/ 2360 h 2549"/>
                    <a:gd name="T78" fmla="*/ 189 w 2361"/>
                    <a:gd name="T79" fmla="*/ 2360 h 2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61" h="2549">
                      <a:moveTo>
                        <a:pt x="2201" y="1991"/>
                      </a:moveTo>
                      <a:cubicBezTo>
                        <a:pt x="1607" y="1662"/>
                        <a:pt x="1607" y="1662"/>
                        <a:pt x="1607" y="1662"/>
                      </a:cubicBezTo>
                      <a:cubicBezTo>
                        <a:pt x="1828" y="1489"/>
                        <a:pt x="1888" y="1147"/>
                        <a:pt x="1888" y="956"/>
                      </a:cubicBezTo>
                      <a:cubicBezTo>
                        <a:pt x="1888" y="558"/>
                        <a:pt x="1888" y="558"/>
                        <a:pt x="1888" y="558"/>
                      </a:cubicBezTo>
                      <a:cubicBezTo>
                        <a:pt x="1888" y="294"/>
                        <a:pt x="1537" y="0"/>
                        <a:pt x="1185" y="0"/>
                      </a:cubicBezTo>
                      <a:cubicBezTo>
                        <a:pt x="832" y="0"/>
                        <a:pt x="473" y="294"/>
                        <a:pt x="473" y="558"/>
                      </a:cubicBezTo>
                      <a:cubicBezTo>
                        <a:pt x="473" y="956"/>
                        <a:pt x="473" y="956"/>
                        <a:pt x="473" y="956"/>
                      </a:cubicBezTo>
                      <a:cubicBezTo>
                        <a:pt x="473" y="1130"/>
                        <a:pt x="546" y="1482"/>
                        <a:pt x="770" y="1661"/>
                      </a:cubicBezTo>
                      <a:cubicBezTo>
                        <a:pt x="160" y="1991"/>
                        <a:pt x="160" y="1991"/>
                        <a:pt x="160" y="1991"/>
                      </a:cubicBezTo>
                      <a:cubicBezTo>
                        <a:pt x="160" y="1991"/>
                        <a:pt x="1" y="2062"/>
                        <a:pt x="1" y="2150"/>
                      </a:cubicBezTo>
                      <a:cubicBezTo>
                        <a:pt x="1" y="2390"/>
                        <a:pt x="1" y="2390"/>
                        <a:pt x="1" y="2390"/>
                      </a:cubicBezTo>
                      <a:cubicBezTo>
                        <a:pt x="0" y="2432"/>
                        <a:pt x="17" y="2472"/>
                        <a:pt x="47" y="2502"/>
                      </a:cubicBezTo>
                      <a:cubicBezTo>
                        <a:pt x="77" y="2532"/>
                        <a:pt x="117" y="2549"/>
                        <a:pt x="160" y="2549"/>
                      </a:cubicBezTo>
                      <a:cubicBezTo>
                        <a:pt x="2201" y="2549"/>
                        <a:pt x="2201" y="2549"/>
                        <a:pt x="2201" y="2549"/>
                      </a:cubicBezTo>
                      <a:cubicBezTo>
                        <a:pt x="2244" y="2549"/>
                        <a:pt x="2284" y="2532"/>
                        <a:pt x="2314" y="2502"/>
                      </a:cubicBezTo>
                      <a:cubicBezTo>
                        <a:pt x="2344" y="2472"/>
                        <a:pt x="2361" y="2432"/>
                        <a:pt x="2361" y="2390"/>
                      </a:cubicBezTo>
                      <a:cubicBezTo>
                        <a:pt x="2361" y="2150"/>
                        <a:pt x="2361" y="2150"/>
                        <a:pt x="2361" y="2150"/>
                      </a:cubicBezTo>
                      <a:cubicBezTo>
                        <a:pt x="2361" y="2057"/>
                        <a:pt x="2201" y="1991"/>
                        <a:pt x="2201" y="1991"/>
                      </a:cubicBezTo>
                      <a:close/>
                      <a:moveTo>
                        <a:pt x="189" y="2360"/>
                      </a:moveTo>
                      <a:cubicBezTo>
                        <a:pt x="189" y="2192"/>
                        <a:pt x="189" y="2192"/>
                        <a:pt x="189" y="2192"/>
                      </a:cubicBezTo>
                      <a:cubicBezTo>
                        <a:pt x="204" y="2181"/>
                        <a:pt x="220" y="2171"/>
                        <a:pt x="237" y="2163"/>
                      </a:cubicBezTo>
                      <a:cubicBezTo>
                        <a:pt x="241" y="2161"/>
                        <a:pt x="245" y="2159"/>
                        <a:pt x="250" y="2157"/>
                      </a:cubicBezTo>
                      <a:cubicBezTo>
                        <a:pt x="859" y="1826"/>
                        <a:pt x="859" y="1826"/>
                        <a:pt x="859" y="1826"/>
                      </a:cubicBezTo>
                      <a:cubicBezTo>
                        <a:pt x="915" y="1796"/>
                        <a:pt x="952" y="1741"/>
                        <a:pt x="958" y="1678"/>
                      </a:cubicBezTo>
                      <a:cubicBezTo>
                        <a:pt x="963" y="1615"/>
                        <a:pt x="937" y="1553"/>
                        <a:pt x="888" y="1514"/>
                      </a:cubicBezTo>
                      <a:cubicBezTo>
                        <a:pt x="729" y="1387"/>
                        <a:pt x="661" y="1106"/>
                        <a:pt x="661" y="956"/>
                      </a:cubicBezTo>
                      <a:cubicBezTo>
                        <a:pt x="661" y="558"/>
                        <a:pt x="661" y="558"/>
                        <a:pt x="661" y="558"/>
                      </a:cubicBezTo>
                      <a:cubicBezTo>
                        <a:pt x="661" y="422"/>
                        <a:pt x="917" y="189"/>
                        <a:pt x="1185" y="189"/>
                      </a:cubicBezTo>
                      <a:cubicBezTo>
                        <a:pt x="1457" y="189"/>
                        <a:pt x="1699" y="419"/>
                        <a:pt x="1699" y="558"/>
                      </a:cubicBezTo>
                      <a:cubicBezTo>
                        <a:pt x="1699" y="956"/>
                        <a:pt x="1699" y="956"/>
                        <a:pt x="1699" y="956"/>
                      </a:cubicBezTo>
                      <a:cubicBezTo>
                        <a:pt x="1699" y="1104"/>
                        <a:pt x="1653" y="1386"/>
                        <a:pt x="1490" y="1514"/>
                      </a:cubicBezTo>
                      <a:cubicBezTo>
                        <a:pt x="1440" y="1553"/>
                        <a:pt x="1414" y="1615"/>
                        <a:pt x="1419" y="1678"/>
                      </a:cubicBezTo>
                      <a:cubicBezTo>
                        <a:pt x="1424" y="1741"/>
                        <a:pt x="1461" y="1797"/>
                        <a:pt x="1517" y="1828"/>
                      </a:cubicBezTo>
                      <a:cubicBezTo>
                        <a:pt x="2111" y="2157"/>
                        <a:pt x="2111" y="2157"/>
                        <a:pt x="2111" y="2157"/>
                      </a:cubicBezTo>
                      <a:cubicBezTo>
                        <a:pt x="2116" y="2160"/>
                        <a:pt x="2123" y="2163"/>
                        <a:pt x="2128" y="2165"/>
                      </a:cubicBezTo>
                      <a:cubicBezTo>
                        <a:pt x="2144" y="2172"/>
                        <a:pt x="2158" y="2180"/>
                        <a:pt x="2172" y="2189"/>
                      </a:cubicBezTo>
                      <a:cubicBezTo>
                        <a:pt x="2172" y="2360"/>
                        <a:pt x="2172" y="2360"/>
                        <a:pt x="2172" y="2360"/>
                      </a:cubicBezTo>
                      <a:cubicBezTo>
                        <a:pt x="189" y="2360"/>
                        <a:pt x="189" y="2360"/>
                        <a:pt x="189" y="2360"/>
                      </a:cubicBezTo>
                      <a:close/>
                      <a:moveTo>
                        <a:pt x="189" y="2360"/>
                      </a:moveTo>
                      <a:cubicBezTo>
                        <a:pt x="189" y="2360"/>
                        <a:pt x="189" y="2360"/>
                        <a:pt x="189" y="23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46" name="组合 45">
            <a:extLst>
              <a:ext uri="{FF2B5EF4-FFF2-40B4-BE49-F238E27FC236}">
                <a16:creationId xmlns:a16="http://schemas.microsoft.com/office/drawing/2014/main" id="{0549B880-1483-4ABF-B142-CC1151C3ED73}"/>
              </a:ext>
            </a:extLst>
          </p:cNvPr>
          <p:cNvGrpSpPr/>
          <p:nvPr/>
        </p:nvGrpSpPr>
        <p:grpSpPr>
          <a:xfrm>
            <a:off x="6403514" y="1718503"/>
            <a:ext cx="2010191" cy="4098278"/>
            <a:chOff x="6403514" y="1718503"/>
            <a:chExt cx="2010191" cy="4098278"/>
          </a:xfrm>
        </p:grpSpPr>
        <p:sp>
          <p:nvSpPr>
            <p:cNvPr id="12" name="矩形: 圆角 28">
              <a:extLst>
                <a:ext uri="{FF2B5EF4-FFF2-40B4-BE49-F238E27FC236}">
                  <a16:creationId xmlns:a16="http://schemas.microsoft.com/office/drawing/2014/main" id="{F2D005B2-3D52-4B51-A3E1-964DC7185786}"/>
                </a:ext>
              </a:extLst>
            </p:cNvPr>
            <p:cNvSpPr/>
            <p:nvPr/>
          </p:nvSpPr>
          <p:spPr>
            <a:xfrm>
              <a:off x="6431857" y="1718503"/>
              <a:ext cx="1934387" cy="4098278"/>
            </a:xfrm>
            <a:prstGeom prst="roundRect">
              <a:avLst>
                <a:gd name="adj" fmla="val 50000"/>
              </a:avLst>
            </a:prstGeom>
            <a:noFill/>
            <a:ln w="6350">
              <a:solidFill>
                <a:srgbClr val="D41F3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2" name="组合 21">
              <a:extLst>
                <a:ext uri="{FF2B5EF4-FFF2-40B4-BE49-F238E27FC236}">
                  <a16:creationId xmlns:a16="http://schemas.microsoft.com/office/drawing/2014/main" id="{E61211A9-85FB-4D83-8BC8-9FF534C4789C}"/>
                </a:ext>
              </a:extLst>
            </p:cNvPr>
            <p:cNvGrpSpPr/>
            <p:nvPr/>
          </p:nvGrpSpPr>
          <p:grpSpPr>
            <a:xfrm>
              <a:off x="6403514" y="3441746"/>
              <a:ext cx="2010191" cy="1776013"/>
              <a:chOff x="6433744" y="3409801"/>
              <a:chExt cx="2207234" cy="1950102"/>
            </a:xfrm>
          </p:grpSpPr>
          <p:sp>
            <p:nvSpPr>
              <p:cNvPr id="23" name="文本框 22">
                <a:extLst>
                  <a:ext uri="{FF2B5EF4-FFF2-40B4-BE49-F238E27FC236}">
                    <a16:creationId xmlns:a16="http://schemas.microsoft.com/office/drawing/2014/main" id="{3552C39B-49C4-4C7A-9C8F-369C34C03634}"/>
                  </a:ext>
                </a:extLst>
              </p:cNvPr>
              <p:cNvSpPr txBox="1"/>
              <p:nvPr/>
            </p:nvSpPr>
            <p:spPr>
              <a:xfrm>
                <a:off x="6433744" y="3409801"/>
                <a:ext cx="2207234" cy="439330"/>
              </a:xfrm>
              <a:prstGeom prst="rect">
                <a:avLst/>
              </a:prstGeom>
              <a:noFill/>
            </p:spPr>
            <p:txBody>
              <a:bodyPr wrap="square" rtlCol="0">
                <a:spAutoFit/>
              </a:bodyPr>
              <a:lstStyle/>
              <a:p>
                <a:pPr algn="ctr"/>
                <a:r>
                  <a:rPr lang="zh-CN" altLang="en-US" sz="2000" dirty="0">
                    <a:solidFill>
                      <a:srgbClr val="D41F3E"/>
                    </a:solidFill>
                    <a:latin typeface="微软雅黑" panose="020B0503020204020204" pitchFamily="34" charset="-122"/>
                    <a:ea typeface="微软雅黑" panose="020B0503020204020204" pitchFamily="34" charset="-122"/>
                  </a:rPr>
                  <a:t>输入标题</a:t>
                </a:r>
              </a:p>
            </p:txBody>
          </p:sp>
          <p:sp>
            <p:nvSpPr>
              <p:cNvPr id="24" name="矩形 23">
                <a:extLst>
                  <a:ext uri="{FF2B5EF4-FFF2-40B4-BE49-F238E27FC236}">
                    <a16:creationId xmlns:a16="http://schemas.microsoft.com/office/drawing/2014/main" id="{366FC171-381B-4581-89D5-BA4E4BAE0A88}"/>
                  </a:ext>
                </a:extLst>
              </p:cNvPr>
              <p:cNvSpPr/>
              <p:nvPr/>
            </p:nvSpPr>
            <p:spPr>
              <a:xfrm>
                <a:off x="7393361" y="3865911"/>
                <a:ext cx="288000" cy="28800"/>
              </a:xfrm>
              <a:prstGeom prst="rect">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25" name="文本框 24">
                <a:extLst>
                  <a:ext uri="{FF2B5EF4-FFF2-40B4-BE49-F238E27FC236}">
                    <a16:creationId xmlns:a16="http://schemas.microsoft.com/office/drawing/2014/main" id="{02A21905-EC4A-4711-8973-4BE944A19723}"/>
                  </a:ext>
                </a:extLst>
              </p:cNvPr>
              <p:cNvSpPr txBox="1"/>
              <p:nvPr/>
            </p:nvSpPr>
            <p:spPr>
              <a:xfrm>
                <a:off x="6770866" y="4021076"/>
                <a:ext cx="1512000" cy="1338827"/>
              </a:xfrm>
              <a:prstGeom prst="rect">
                <a:avLst/>
              </a:prstGeom>
              <a:noFill/>
            </p:spPr>
            <p:txBody>
              <a:bodyPr wrap="square" rtlCol="0">
                <a:spAutoFit/>
              </a:bodyPr>
              <a:lstStyle/>
              <a:p>
                <a:pPr algn="ctr">
                  <a:lnSpc>
                    <a:spcPct val="150000"/>
                  </a:lnSpc>
                </a:pPr>
                <a:r>
                  <a:rPr lang="zh-CN" altLang="en-US" sz="10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grpSp>
          <p:nvGrpSpPr>
            <p:cNvPr id="36" name="组合 35">
              <a:extLst>
                <a:ext uri="{FF2B5EF4-FFF2-40B4-BE49-F238E27FC236}">
                  <a16:creationId xmlns:a16="http://schemas.microsoft.com/office/drawing/2014/main" id="{7443E880-0A3A-40EF-8B08-E27D31E316B7}"/>
                </a:ext>
              </a:extLst>
            </p:cNvPr>
            <p:cNvGrpSpPr/>
            <p:nvPr/>
          </p:nvGrpSpPr>
          <p:grpSpPr>
            <a:xfrm>
              <a:off x="6710540" y="1903523"/>
              <a:ext cx="1377022" cy="1377021"/>
              <a:chOff x="6770866" y="1720798"/>
              <a:chExt cx="1512000" cy="1512000"/>
            </a:xfrm>
          </p:grpSpPr>
          <p:sp>
            <p:nvSpPr>
              <p:cNvPr id="37" name="椭圆 36">
                <a:extLst>
                  <a:ext uri="{FF2B5EF4-FFF2-40B4-BE49-F238E27FC236}">
                    <a16:creationId xmlns:a16="http://schemas.microsoft.com/office/drawing/2014/main" id="{506812F8-6BE6-4F39-A6D5-75398E085990}"/>
                  </a:ext>
                </a:extLst>
              </p:cNvPr>
              <p:cNvSpPr/>
              <p:nvPr/>
            </p:nvSpPr>
            <p:spPr>
              <a:xfrm>
                <a:off x="6770866" y="1720798"/>
                <a:ext cx="1512000" cy="1512000"/>
              </a:xfrm>
              <a:prstGeom prst="ellipse">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11">
                <a:extLst>
                  <a:ext uri="{FF2B5EF4-FFF2-40B4-BE49-F238E27FC236}">
                    <a16:creationId xmlns:a16="http://schemas.microsoft.com/office/drawing/2014/main" id="{BF4521CE-E7F2-41E2-A22C-7473234B9075}"/>
                  </a:ext>
                </a:extLst>
              </p:cNvPr>
              <p:cNvSpPr>
                <a:spLocks noEditPoints="1"/>
              </p:cNvSpPr>
              <p:nvPr/>
            </p:nvSpPr>
            <p:spPr bwMode="auto">
              <a:xfrm>
                <a:off x="7358569" y="2278577"/>
                <a:ext cx="421606" cy="418832"/>
              </a:xfrm>
              <a:custGeom>
                <a:avLst/>
                <a:gdLst>
                  <a:gd name="T0" fmla="*/ 1819 w 2881"/>
                  <a:gd name="T1" fmla="*/ 1849 h 2857"/>
                  <a:gd name="T2" fmla="*/ 1380 w 2881"/>
                  <a:gd name="T3" fmla="*/ 1410 h 2857"/>
                  <a:gd name="T4" fmla="*/ 2696 w 2881"/>
                  <a:gd name="T5" fmla="*/ 446 h 2857"/>
                  <a:gd name="T6" fmla="*/ 2784 w 2881"/>
                  <a:gd name="T7" fmla="*/ 885 h 2857"/>
                  <a:gd name="T8" fmla="*/ 1751 w 2881"/>
                  <a:gd name="T9" fmla="*/ 1740 h 2857"/>
                  <a:gd name="T10" fmla="*/ 1512 w 2881"/>
                  <a:gd name="T11" fmla="*/ 1453 h 2857"/>
                  <a:gd name="T12" fmla="*/ 1329 w 2881"/>
                  <a:gd name="T13" fmla="*/ 1898 h 2857"/>
                  <a:gd name="T14" fmla="*/ 1863 w 2881"/>
                  <a:gd name="T15" fmla="*/ 1629 h 2857"/>
                  <a:gd name="T16" fmla="*/ 2256 w 2881"/>
                  <a:gd name="T17" fmla="*/ 709 h 2857"/>
                  <a:gd name="T18" fmla="*/ 2696 w 2881"/>
                  <a:gd name="T19" fmla="*/ 620 h 2857"/>
                  <a:gd name="T20" fmla="*/ 2433 w 2881"/>
                  <a:gd name="T21" fmla="*/ 532 h 2857"/>
                  <a:gd name="T22" fmla="*/ 2607 w 2881"/>
                  <a:gd name="T23" fmla="*/ 884 h 2857"/>
                  <a:gd name="T24" fmla="*/ 2696 w 2881"/>
                  <a:gd name="T25" fmla="*/ 620 h 2857"/>
                  <a:gd name="T26" fmla="*/ 434 w 2881"/>
                  <a:gd name="T27" fmla="*/ 2050 h 2857"/>
                  <a:gd name="T28" fmla="*/ 998 w 2881"/>
                  <a:gd name="T29" fmla="*/ 2174 h 2857"/>
                  <a:gd name="T30" fmla="*/ 1139 w 2881"/>
                  <a:gd name="T31" fmla="*/ 1801 h 2857"/>
                  <a:gd name="T32" fmla="*/ 434 w 2881"/>
                  <a:gd name="T33" fmla="*/ 1677 h 2857"/>
                  <a:gd name="T34" fmla="*/ 1139 w 2881"/>
                  <a:gd name="T35" fmla="*/ 1801 h 2857"/>
                  <a:gd name="T36" fmla="*/ 1055 w 2881"/>
                  <a:gd name="T37" fmla="*/ 932 h 2857"/>
                  <a:gd name="T38" fmla="*/ 434 w 2881"/>
                  <a:gd name="T39" fmla="*/ 1056 h 2857"/>
                  <a:gd name="T40" fmla="*/ 1055 w 2881"/>
                  <a:gd name="T41" fmla="*/ 1429 h 2857"/>
                  <a:gd name="T42" fmla="*/ 434 w 2881"/>
                  <a:gd name="T43" fmla="*/ 1304 h 2857"/>
                  <a:gd name="T44" fmla="*/ 1055 w 2881"/>
                  <a:gd name="T45" fmla="*/ 1429 h 2857"/>
                  <a:gd name="T46" fmla="*/ 1800 w 2881"/>
                  <a:gd name="T47" fmla="*/ 2174 h 2857"/>
                  <a:gd name="T48" fmla="*/ 1530 w 2881"/>
                  <a:gd name="T49" fmla="*/ 2050 h 2857"/>
                  <a:gd name="T50" fmla="*/ 1490 w 2881"/>
                  <a:gd name="T51" fmla="*/ 228 h 2857"/>
                  <a:gd name="T52" fmla="*/ 1614 w 2881"/>
                  <a:gd name="T53" fmla="*/ 808 h 2857"/>
                  <a:gd name="T54" fmla="*/ 1682 w 2881"/>
                  <a:gd name="T55" fmla="*/ 932 h 2857"/>
                  <a:gd name="T56" fmla="*/ 1366 w 2881"/>
                  <a:gd name="T57" fmla="*/ 684 h 2857"/>
                  <a:gd name="T58" fmla="*/ 248 w 2881"/>
                  <a:gd name="T59" fmla="*/ 125 h 2857"/>
                  <a:gd name="T60" fmla="*/ 124 w 2881"/>
                  <a:gd name="T61" fmla="*/ 2608 h 2857"/>
                  <a:gd name="T62" fmla="*/ 1987 w 2881"/>
                  <a:gd name="T63" fmla="*/ 2733 h 2857"/>
                  <a:gd name="T64" fmla="*/ 2111 w 2881"/>
                  <a:gd name="T65" fmla="*/ 1733 h 2857"/>
                  <a:gd name="T66" fmla="*/ 2235 w 2881"/>
                  <a:gd name="T67" fmla="*/ 2608 h 2857"/>
                  <a:gd name="T68" fmla="*/ 248 w 2881"/>
                  <a:gd name="T69" fmla="*/ 2857 h 2857"/>
                  <a:gd name="T70" fmla="*/ 0 w 2881"/>
                  <a:gd name="T71" fmla="*/ 249 h 2857"/>
                  <a:gd name="T72" fmla="*/ 1450 w 2881"/>
                  <a:gd name="T73" fmla="*/ 0 h 2857"/>
                  <a:gd name="T74" fmla="*/ 1924 w 2881"/>
                  <a:gd name="T75" fmla="*/ 691 h 2857"/>
                  <a:gd name="T76" fmla="*/ 1490 w 2881"/>
                  <a:gd name="T77" fmla="*/ 228 h 2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81" h="2857">
                    <a:moveTo>
                      <a:pt x="2784" y="885"/>
                    </a:moveTo>
                    <a:cubicBezTo>
                      <a:pt x="1819" y="1849"/>
                      <a:pt x="1819" y="1849"/>
                      <a:pt x="1819" y="1849"/>
                    </a:cubicBezTo>
                    <a:cubicBezTo>
                      <a:pt x="1116" y="2111"/>
                      <a:pt x="1116" y="2111"/>
                      <a:pt x="1116" y="2111"/>
                    </a:cubicBezTo>
                    <a:cubicBezTo>
                      <a:pt x="1380" y="1410"/>
                      <a:pt x="1380" y="1410"/>
                      <a:pt x="1380" y="1410"/>
                    </a:cubicBezTo>
                    <a:cubicBezTo>
                      <a:pt x="2344" y="446"/>
                      <a:pt x="2344" y="446"/>
                      <a:pt x="2344" y="446"/>
                    </a:cubicBezTo>
                    <a:cubicBezTo>
                      <a:pt x="2442" y="349"/>
                      <a:pt x="2599" y="349"/>
                      <a:pt x="2696" y="446"/>
                    </a:cubicBezTo>
                    <a:cubicBezTo>
                      <a:pt x="2784" y="534"/>
                      <a:pt x="2784" y="534"/>
                      <a:pt x="2784" y="534"/>
                    </a:cubicBezTo>
                    <a:cubicBezTo>
                      <a:pt x="2881" y="631"/>
                      <a:pt x="2881" y="788"/>
                      <a:pt x="2784" y="885"/>
                    </a:cubicBezTo>
                    <a:close/>
                    <a:moveTo>
                      <a:pt x="1329" y="1898"/>
                    </a:moveTo>
                    <a:cubicBezTo>
                      <a:pt x="1751" y="1740"/>
                      <a:pt x="1751" y="1740"/>
                      <a:pt x="1751" y="1740"/>
                    </a:cubicBezTo>
                    <a:cubicBezTo>
                      <a:pt x="1775" y="1717"/>
                      <a:pt x="1775" y="1717"/>
                      <a:pt x="1775" y="1717"/>
                    </a:cubicBezTo>
                    <a:cubicBezTo>
                      <a:pt x="1512" y="1453"/>
                      <a:pt x="1512" y="1453"/>
                      <a:pt x="1512" y="1453"/>
                    </a:cubicBezTo>
                    <a:cubicBezTo>
                      <a:pt x="1488" y="1477"/>
                      <a:pt x="1488" y="1477"/>
                      <a:pt x="1488" y="1477"/>
                    </a:cubicBezTo>
                    <a:lnTo>
                      <a:pt x="1329" y="1898"/>
                    </a:lnTo>
                    <a:close/>
                    <a:moveTo>
                      <a:pt x="1599" y="1365"/>
                    </a:moveTo>
                    <a:cubicBezTo>
                      <a:pt x="1863" y="1629"/>
                      <a:pt x="1863" y="1629"/>
                      <a:pt x="1863" y="1629"/>
                    </a:cubicBezTo>
                    <a:cubicBezTo>
                      <a:pt x="2520" y="972"/>
                      <a:pt x="2520" y="972"/>
                      <a:pt x="2520" y="972"/>
                    </a:cubicBezTo>
                    <a:cubicBezTo>
                      <a:pt x="2256" y="709"/>
                      <a:pt x="2256" y="709"/>
                      <a:pt x="2256" y="709"/>
                    </a:cubicBezTo>
                    <a:lnTo>
                      <a:pt x="1599" y="1365"/>
                    </a:lnTo>
                    <a:close/>
                    <a:moveTo>
                      <a:pt x="2696" y="620"/>
                    </a:moveTo>
                    <a:cubicBezTo>
                      <a:pt x="2609" y="532"/>
                      <a:pt x="2609" y="532"/>
                      <a:pt x="2609" y="532"/>
                    </a:cubicBezTo>
                    <a:cubicBezTo>
                      <a:pt x="2560" y="484"/>
                      <a:pt x="2481" y="484"/>
                      <a:pt x="2433" y="532"/>
                    </a:cubicBezTo>
                    <a:cubicBezTo>
                      <a:pt x="2344" y="621"/>
                      <a:pt x="2344" y="621"/>
                      <a:pt x="2344" y="621"/>
                    </a:cubicBezTo>
                    <a:cubicBezTo>
                      <a:pt x="2607" y="884"/>
                      <a:pt x="2607" y="884"/>
                      <a:pt x="2607" y="884"/>
                    </a:cubicBezTo>
                    <a:cubicBezTo>
                      <a:pt x="2696" y="795"/>
                      <a:pt x="2696" y="795"/>
                      <a:pt x="2696" y="795"/>
                    </a:cubicBezTo>
                    <a:cubicBezTo>
                      <a:pt x="2745" y="747"/>
                      <a:pt x="2745" y="668"/>
                      <a:pt x="2696" y="620"/>
                    </a:cubicBezTo>
                    <a:close/>
                    <a:moveTo>
                      <a:pt x="434" y="2174"/>
                    </a:moveTo>
                    <a:cubicBezTo>
                      <a:pt x="434" y="2050"/>
                      <a:pt x="434" y="2050"/>
                      <a:pt x="434" y="2050"/>
                    </a:cubicBezTo>
                    <a:cubicBezTo>
                      <a:pt x="1045" y="2050"/>
                      <a:pt x="1045" y="2050"/>
                      <a:pt x="1045" y="2050"/>
                    </a:cubicBezTo>
                    <a:cubicBezTo>
                      <a:pt x="998" y="2174"/>
                      <a:pt x="998" y="2174"/>
                      <a:pt x="998" y="2174"/>
                    </a:cubicBezTo>
                    <a:lnTo>
                      <a:pt x="434" y="2174"/>
                    </a:lnTo>
                    <a:close/>
                    <a:moveTo>
                      <a:pt x="1139" y="1801"/>
                    </a:moveTo>
                    <a:cubicBezTo>
                      <a:pt x="434" y="1801"/>
                      <a:pt x="434" y="1801"/>
                      <a:pt x="434" y="1801"/>
                    </a:cubicBezTo>
                    <a:cubicBezTo>
                      <a:pt x="434" y="1677"/>
                      <a:pt x="434" y="1677"/>
                      <a:pt x="434" y="1677"/>
                    </a:cubicBezTo>
                    <a:cubicBezTo>
                      <a:pt x="1185" y="1677"/>
                      <a:pt x="1185" y="1677"/>
                      <a:pt x="1185" y="1677"/>
                    </a:cubicBezTo>
                    <a:lnTo>
                      <a:pt x="1139" y="1801"/>
                    </a:lnTo>
                    <a:close/>
                    <a:moveTo>
                      <a:pt x="434" y="932"/>
                    </a:moveTo>
                    <a:cubicBezTo>
                      <a:pt x="1055" y="932"/>
                      <a:pt x="1055" y="932"/>
                      <a:pt x="1055" y="932"/>
                    </a:cubicBezTo>
                    <a:cubicBezTo>
                      <a:pt x="1055" y="1056"/>
                      <a:pt x="1055" y="1056"/>
                      <a:pt x="1055" y="1056"/>
                    </a:cubicBezTo>
                    <a:cubicBezTo>
                      <a:pt x="434" y="1056"/>
                      <a:pt x="434" y="1056"/>
                      <a:pt x="434" y="1056"/>
                    </a:cubicBezTo>
                    <a:lnTo>
                      <a:pt x="434" y="932"/>
                    </a:lnTo>
                    <a:close/>
                    <a:moveTo>
                      <a:pt x="1055" y="1429"/>
                    </a:moveTo>
                    <a:cubicBezTo>
                      <a:pt x="434" y="1429"/>
                      <a:pt x="434" y="1429"/>
                      <a:pt x="434" y="1429"/>
                    </a:cubicBezTo>
                    <a:cubicBezTo>
                      <a:pt x="434" y="1304"/>
                      <a:pt x="434" y="1304"/>
                      <a:pt x="434" y="1304"/>
                    </a:cubicBezTo>
                    <a:cubicBezTo>
                      <a:pt x="1055" y="1304"/>
                      <a:pt x="1055" y="1304"/>
                      <a:pt x="1055" y="1304"/>
                    </a:cubicBezTo>
                    <a:lnTo>
                      <a:pt x="1055" y="1429"/>
                    </a:lnTo>
                    <a:close/>
                    <a:moveTo>
                      <a:pt x="1800" y="2050"/>
                    </a:moveTo>
                    <a:cubicBezTo>
                      <a:pt x="1800" y="2174"/>
                      <a:pt x="1800" y="2174"/>
                      <a:pt x="1800" y="2174"/>
                    </a:cubicBezTo>
                    <a:cubicBezTo>
                      <a:pt x="1197" y="2174"/>
                      <a:pt x="1197" y="2174"/>
                      <a:pt x="1197" y="2174"/>
                    </a:cubicBezTo>
                    <a:cubicBezTo>
                      <a:pt x="1530" y="2050"/>
                      <a:pt x="1530" y="2050"/>
                      <a:pt x="1530" y="2050"/>
                    </a:cubicBezTo>
                    <a:lnTo>
                      <a:pt x="1800" y="2050"/>
                    </a:lnTo>
                    <a:close/>
                    <a:moveTo>
                      <a:pt x="1490" y="228"/>
                    </a:moveTo>
                    <a:cubicBezTo>
                      <a:pt x="1490" y="684"/>
                      <a:pt x="1490" y="684"/>
                      <a:pt x="1490" y="684"/>
                    </a:cubicBezTo>
                    <a:cubicBezTo>
                      <a:pt x="1490" y="752"/>
                      <a:pt x="1545" y="808"/>
                      <a:pt x="1614" y="808"/>
                    </a:cubicBezTo>
                    <a:cubicBezTo>
                      <a:pt x="1807" y="808"/>
                      <a:pt x="1807" y="808"/>
                      <a:pt x="1807" y="808"/>
                    </a:cubicBezTo>
                    <a:cubicBezTo>
                      <a:pt x="1682" y="932"/>
                      <a:pt x="1682" y="932"/>
                      <a:pt x="1682" y="932"/>
                    </a:cubicBezTo>
                    <a:cubicBezTo>
                      <a:pt x="1614" y="932"/>
                      <a:pt x="1614" y="932"/>
                      <a:pt x="1614" y="932"/>
                    </a:cubicBezTo>
                    <a:cubicBezTo>
                      <a:pt x="1477" y="932"/>
                      <a:pt x="1366" y="821"/>
                      <a:pt x="1366" y="684"/>
                    </a:cubicBezTo>
                    <a:cubicBezTo>
                      <a:pt x="1366" y="125"/>
                      <a:pt x="1366" y="125"/>
                      <a:pt x="1366" y="125"/>
                    </a:cubicBezTo>
                    <a:cubicBezTo>
                      <a:pt x="248" y="125"/>
                      <a:pt x="248" y="125"/>
                      <a:pt x="248" y="125"/>
                    </a:cubicBezTo>
                    <a:cubicBezTo>
                      <a:pt x="179" y="125"/>
                      <a:pt x="124" y="180"/>
                      <a:pt x="124" y="249"/>
                    </a:cubicBezTo>
                    <a:cubicBezTo>
                      <a:pt x="124" y="2608"/>
                      <a:pt x="124" y="2608"/>
                      <a:pt x="124" y="2608"/>
                    </a:cubicBezTo>
                    <a:cubicBezTo>
                      <a:pt x="124" y="2677"/>
                      <a:pt x="179" y="2733"/>
                      <a:pt x="248" y="2733"/>
                    </a:cubicBezTo>
                    <a:cubicBezTo>
                      <a:pt x="1987" y="2733"/>
                      <a:pt x="1987" y="2733"/>
                      <a:pt x="1987" y="2733"/>
                    </a:cubicBezTo>
                    <a:cubicBezTo>
                      <a:pt x="2055" y="2733"/>
                      <a:pt x="2111" y="2677"/>
                      <a:pt x="2111" y="2608"/>
                    </a:cubicBezTo>
                    <a:cubicBezTo>
                      <a:pt x="2111" y="1733"/>
                      <a:pt x="2111" y="1733"/>
                      <a:pt x="2111" y="1733"/>
                    </a:cubicBezTo>
                    <a:cubicBezTo>
                      <a:pt x="2235" y="1609"/>
                      <a:pt x="2235" y="1609"/>
                      <a:pt x="2235" y="1609"/>
                    </a:cubicBezTo>
                    <a:cubicBezTo>
                      <a:pt x="2235" y="2608"/>
                      <a:pt x="2235" y="2608"/>
                      <a:pt x="2235" y="2608"/>
                    </a:cubicBezTo>
                    <a:cubicBezTo>
                      <a:pt x="2235" y="2746"/>
                      <a:pt x="2124" y="2857"/>
                      <a:pt x="1987" y="2857"/>
                    </a:cubicBezTo>
                    <a:cubicBezTo>
                      <a:pt x="248" y="2857"/>
                      <a:pt x="248" y="2857"/>
                      <a:pt x="248" y="2857"/>
                    </a:cubicBezTo>
                    <a:cubicBezTo>
                      <a:pt x="111" y="2857"/>
                      <a:pt x="0" y="2746"/>
                      <a:pt x="0" y="2608"/>
                    </a:cubicBezTo>
                    <a:cubicBezTo>
                      <a:pt x="0" y="249"/>
                      <a:pt x="0" y="249"/>
                      <a:pt x="0" y="249"/>
                    </a:cubicBezTo>
                    <a:cubicBezTo>
                      <a:pt x="0" y="112"/>
                      <a:pt x="111" y="0"/>
                      <a:pt x="248" y="0"/>
                    </a:cubicBezTo>
                    <a:cubicBezTo>
                      <a:pt x="1450" y="0"/>
                      <a:pt x="1450" y="0"/>
                      <a:pt x="1450" y="0"/>
                    </a:cubicBezTo>
                    <a:cubicBezTo>
                      <a:pt x="2010" y="604"/>
                      <a:pt x="2010" y="604"/>
                      <a:pt x="2010" y="604"/>
                    </a:cubicBezTo>
                    <a:cubicBezTo>
                      <a:pt x="1924" y="691"/>
                      <a:pt x="1924" y="691"/>
                      <a:pt x="1924" y="691"/>
                    </a:cubicBezTo>
                    <a:lnTo>
                      <a:pt x="1490" y="228"/>
                    </a:lnTo>
                    <a:close/>
                    <a:moveTo>
                      <a:pt x="1490" y="228"/>
                    </a:moveTo>
                    <a:cubicBezTo>
                      <a:pt x="1490" y="228"/>
                      <a:pt x="1490" y="228"/>
                      <a:pt x="1490" y="22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45" name="组合 44">
            <a:extLst>
              <a:ext uri="{FF2B5EF4-FFF2-40B4-BE49-F238E27FC236}">
                <a16:creationId xmlns:a16="http://schemas.microsoft.com/office/drawing/2014/main" id="{45ABBD9B-7AC9-4FF1-B0CC-BBA808DAF046}"/>
              </a:ext>
            </a:extLst>
          </p:cNvPr>
          <p:cNvGrpSpPr/>
          <p:nvPr/>
        </p:nvGrpSpPr>
        <p:grpSpPr>
          <a:xfrm>
            <a:off x="3799127" y="1718503"/>
            <a:ext cx="2010191" cy="4098278"/>
            <a:chOff x="3799127" y="1718503"/>
            <a:chExt cx="2010191" cy="4098278"/>
          </a:xfrm>
        </p:grpSpPr>
        <p:sp>
          <p:nvSpPr>
            <p:cNvPr id="11" name="矩形: 圆角 27">
              <a:extLst>
                <a:ext uri="{FF2B5EF4-FFF2-40B4-BE49-F238E27FC236}">
                  <a16:creationId xmlns:a16="http://schemas.microsoft.com/office/drawing/2014/main" id="{20594660-26B1-43BD-A567-03338792ED05}"/>
                </a:ext>
              </a:extLst>
            </p:cNvPr>
            <p:cNvSpPr/>
            <p:nvPr/>
          </p:nvSpPr>
          <p:spPr>
            <a:xfrm>
              <a:off x="3825596" y="1718503"/>
              <a:ext cx="1934387" cy="4098278"/>
            </a:xfrm>
            <a:prstGeom prst="roundRect">
              <a:avLst>
                <a:gd name="adj" fmla="val 50000"/>
              </a:avLst>
            </a:prstGeom>
            <a:noFill/>
            <a:ln w="6350">
              <a:solidFill>
                <a:srgbClr val="D41F3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18" name="组合 17">
              <a:extLst>
                <a:ext uri="{FF2B5EF4-FFF2-40B4-BE49-F238E27FC236}">
                  <a16:creationId xmlns:a16="http://schemas.microsoft.com/office/drawing/2014/main" id="{3E19F22A-B83A-40A5-BFCE-D5DCA1586512}"/>
                </a:ext>
              </a:extLst>
            </p:cNvPr>
            <p:cNvGrpSpPr/>
            <p:nvPr/>
          </p:nvGrpSpPr>
          <p:grpSpPr>
            <a:xfrm>
              <a:off x="3799127" y="3441746"/>
              <a:ext cx="2010191" cy="1776013"/>
              <a:chOff x="3574070" y="3409801"/>
              <a:chExt cx="2207234" cy="1950102"/>
            </a:xfrm>
          </p:grpSpPr>
          <p:sp>
            <p:nvSpPr>
              <p:cNvPr id="19" name="文本框 18">
                <a:extLst>
                  <a:ext uri="{FF2B5EF4-FFF2-40B4-BE49-F238E27FC236}">
                    <a16:creationId xmlns:a16="http://schemas.microsoft.com/office/drawing/2014/main" id="{80F3DEDC-6B34-42B6-AB9E-495C71D25203}"/>
                  </a:ext>
                </a:extLst>
              </p:cNvPr>
              <p:cNvSpPr txBox="1"/>
              <p:nvPr/>
            </p:nvSpPr>
            <p:spPr>
              <a:xfrm>
                <a:off x="3574070" y="3409801"/>
                <a:ext cx="2207234" cy="439330"/>
              </a:xfrm>
              <a:prstGeom prst="rect">
                <a:avLst/>
              </a:prstGeom>
              <a:noFill/>
            </p:spPr>
            <p:txBody>
              <a:bodyPr wrap="square" rtlCol="0">
                <a:spAutoFit/>
              </a:bodyPr>
              <a:lstStyle/>
              <a:p>
                <a:pPr algn="ctr"/>
                <a:r>
                  <a:rPr lang="zh-CN" altLang="en-US" sz="2000" dirty="0">
                    <a:solidFill>
                      <a:srgbClr val="D41F3E"/>
                    </a:solidFill>
                    <a:latin typeface="微软雅黑" panose="020B0503020204020204" pitchFamily="34" charset="-122"/>
                    <a:ea typeface="微软雅黑" panose="020B0503020204020204" pitchFamily="34" charset="-122"/>
                  </a:rPr>
                  <a:t>输入标题</a:t>
                </a:r>
              </a:p>
            </p:txBody>
          </p:sp>
          <p:sp>
            <p:nvSpPr>
              <p:cNvPr id="20" name="矩形 19">
                <a:extLst>
                  <a:ext uri="{FF2B5EF4-FFF2-40B4-BE49-F238E27FC236}">
                    <a16:creationId xmlns:a16="http://schemas.microsoft.com/office/drawing/2014/main" id="{254FD1BA-6076-4B5A-AA04-1EA306B1DF65}"/>
                  </a:ext>
                </a:extLst>
              </p:cNvPr>
              <p:cNvSpPr/>
              <p:nvPr/>
            </p:nvSpPr>
            <p:spPr>
              <a:xfrm>
                <a:off x="4533687" y="3865911"/>
                <a:ext cx="288000" cy="28800"/>
              </a:xfrm>
              <a:prstGeom prst="rect">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21" name="文本框 20">
                <a:extLst>
                  <a:ext uri="{FF2B5EF4-FFF2-40B4-BE49-F238E27FC236}">
                    <a16:creationId xmlns:a16="http://schemas.microsoft.com/office/drawing/2014/main" id="{1E04B2BE-10E1-401D-84F2-C36B3628B904}"/>
                  </a:ext>
                </a:extLst>
              </p:cNvPr>
              <p:cNvSpPr txBox="1"/>
              <p:nvPr/>
            </p:nvSpPr>
            <p:spPr>
              <a:xfrm>
                <a:off x="3856134" y="4021076"/>
                <a:ext cx="1617997" cy="1338827"/>
              </a:xfrm>
              <a:prstGeom prst="rect">
                <a:avLst/>
              </a:prstGeom>
              <a:noFill/>
            </p:spPr>
            <p:txBody>
              <a:bodyPr wrap="square" rtlCol="0">
                <a:spAutoFit/>
              </a:bodyPr>
              <a:lstStyle/>
              <a:p>
                <a:pPr algn="ctr">
                  <a:lnSpc>
                    <a:spcPct val="150000"/>
                  </a:lnSpc>
                </a:pPr>
                <a:r>
                  <a:rPr lang="zh-CN" altLang="en-US" sz="10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grpSp>
          <p:nvGrpSpPr>
            <p:cNvPr id="39" name="组合 38">
              <a:extLst>
                <a:ext uri="{FF2B5EF4-FFF2-40B4-BE49-F238E27FC236}">
                  <a16:creationId xmlns:a16="http://schemas.microsoft.com/office/drawing/2014/main" id="{EFA84245-D902-48B2-836C-AE87FEC070A1}"/>
                </a:ext>
              </a:extLst>
            </p:cNvPr>
            <p:cNvGrpSpPr/>
            <p:nvPr/>
          </p:nvGrpSpPr>
          <p:grpSpPr>
            <a:xfrm>
              <a:off x="4104279" y="1903523"/>
              <a:ext cx="1377022" cy="1377021"/>
              <a:chOff x="3909134" y="1720798"/>
              <a:chExt cx="1512000" cy="1512000"/>
            </a:xfrm>
          </p:grpSpPr>
          <p:sp>
            <p:nvSpPr>
              <p:cNvPr id="40" name="椭圆 39">
                <a:extLst>
                  <a:ext uri="{FF2B5EF4-FFF2-40B4-BE49-F238E27FC236}">
                    <a16:creationId xmlns:a16="http://schemas.microsoft.com/office/drawing/2014/main" id="{F38B0732-B54B-4C35-997F-DBFBF6E2456F}"/>
                  </a:ext>
                </a:extLst>
              </p:cNvPr>
              <p:cNvSpPr/>
              <p:nvPr/>
            </p:nvSpPr>
            <p:spPr>
              <a:xfrm>
                <a:off x="3909134" y="1720798"/>
                <a:ext cx="1512000" cy="1512000"/>
              </a:xfrm>
              <a:prstGeom prst="ellipse">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Freeform 15">
                <a:extLst>
                  <a:ext uri="{FF2B5EF4-FFF2-40B4-BE49-F238E27FC236}">
                    <a16:creationId xmlns:a16="http://schemas.microsoft.com/office/drawing/2014/main" id="{E7C4AC35-23DC-49F9-9556-DB7FE76D6CEE}"/>
                  </a:ext>
                </a:extLst>
              </p:cNvPr>
              <p:cNvSpPr>
                <a:spLocks noEditPoints="1"/>
              </p:cNvSpPr>
              <p:nvPr/>
            </p:nvSpPr>
            <p:spPr bwMode="auto">
              <a:xfrm>
                <a:off x="4435579" y="2258438"/>
                <a:ext cx="459110" cy="459110"/>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47" name="组合 46">
            <a:extLst>
              <a:ext uri="{FF2B5EF4-FFF2-40B4-BE49-F238E27FC236}">
                <a16:creationId xmlns:a16="http://schemas.microsoft.com/office/drawing/2014/main" id="{C8E79991-B5C8-42B5-AD0C-473AAB850F96}"/>
              </a:ext>
            </a:extLst>
          </p:cNvPr>
          <p:cNvGrpSpPr/>
          <p:nvPr/>
        </p:nvGrpSpPr>
        <p:grpSpPr>
          <a:xfrm>
            <a:off x="8998468" y="1718503"/>
            <a:ext cx="2010191" cy="4098278"/>
            <a:chOff x="8998468" y="1718503"/>
            <a:chExt cx="2010191" cy="4098278"/>
          </a:xfrm>
        </p:grpSpPr>
        <p:sp>
          <p:nvSpPr>
            <p:cNvPr id="13" name="矩形: 圆角 29">
              <a:extLst>
                <a:ext uri="{FF2B5EF4-FFF2-40B4-BE49-F238E27FC236}">
                  <a16:creationId xmlns:a16="http://schemas.microsoft.com/office/drawing/2014/main" id="{5DB52DFA-99B6-4703-9B58-9B49DFA96892}"/>
                </a:ext>
              </a:extLst>
            </p:cNvPr>
            <p:cNvSpPr/>
            <p:nvPr/>
          </p:nvSpPr>
          <p:spPr>
            <a:xfrm>
              <a:off x="9038118" y="1718503"/>
              <a:ext cx="1934387" cy="4098278"/>
            </a:xfrm>
            <a:prstGeom prst="roundRect">
              <a:avLst>
                <a:gd name="adj" fmla="val 50000"/>
              </a:avLst>
            </a:prstGeom>
            <a:noFill/>
            <a:ln w="6350">
              <a:solidFill>
                <a:srgbClr val="D41F3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6" name="组合 25">
              <a:extLst>
                <a:ext uri="{FF2B5EF4-FFF2-40B4-BE49-F238E27FC236}">
                  <a16:creationId xmlns:a16="http://schemas.microsoft.com/office/drawing/2014/main" id="{578CD544-2529-4292-8B8E-F5965F87CFFB}"/>
                </a:ext>
              </a:extLst>
            </p:cNvPr>
            <p:cNvGrpSpPr/>
            <p:nvPr/>
          </p:nvGrpSpPr>
          <p:grpSpPr>
            <a:xfrm>
              <a:off x="8998468" y="3491465"/>
              <a:ext cx="2010191" cy="1717717"/>
              <a:chOff x="9283061" y="3464393"/>
              <a:chExt cx="2207234" cy="1886091"/>
            </a:xfrm>
          </p:grpSpPr>
          <p:sp>
            <p:nvSpPr>
              <p:cNvPr id="27" name="文本框 26">
                <a:extLst>
                  <a:ext uri="{FF2B5EF4-FFF2-40B4-BE49-F238E27FC236}">
                    <a16:creationId xmlns:a16="http://schemas.microsoft.com/office/drawing/2014/main" id="{524DA6DB-0E3C-4C92-8047-4A92F872B0C9}"/>
                  </a:ext>
                </a:extLst>
              </p:cNvPr>
              <p:cNvSpPr txBox="1"/>
              <p:nvPr/>
            </p:nvSpPr>
            <p:spPr>
              <a:xfrm>
                <a:off x="9283061" y="3464393"/>
                <a:ext cx="2207234" cy="439330"/>
              </a:xfrm>
              <a:prstGeom prst="rect">
                <a:avLst/>
              </a:prstGeom>
              <a:noFill/>
            </p:spPr>
            <p:txBody>
              <a:bodyPr wrap="square" rtlCol="0">
                <a:spAutoFit/>
              </a:bodyPr>
              <a:lstStyle/>
              <a:p>
                <a:pPr algn="ctr"/>
                <a:r>
                  <a:rPr lang="zh-CN" altLang="en-US" sz="2000" dirty="0">
                    <a:solidFill>
                      <a:srgbClr val="D41F3E"/>
                    </a:solidFill>
                    <a:latin typeface="微软雅黑" panose="020B0503020204020204" pitchFamily="34" charset="-122"/>
                    <a:ea typeface="微软雅黑" panose="020B0503020204020204" pitchFamily="34" charset="-122"/>
                  </a:rPr>
                  <a:t>输入标题</a:t>
                </a:r>
              </a:p>
            </p:txBody>
          </p:sp>
          <p:sp>
            <p:nvSpPr>
              <p:cNvPr id="28" name="矩形 27">
                <a:extLst>
                  <a:ext uri="{FF2B5EF4-FFF2-40B4-BE49-F238E27FC236}">
                    <a16:creationId xmlns:a16="http://schemas.microsoft.com/office/drawing/2014/main" id="{C3277DE7-A1E7-46A5-AEED-D26F1CCD16D4}"/>
                  </a:ext>
                </a:extLst>
              </p:cNvPr>
              <p:cNvSpPr/>
              <p:nvPr/>
            </p:nvSpPr>
            <p:spPr>
              <a:xfrm>
                <a:off x="10242678" y="3865911"/>
                <a:ext cx="288000" cy="28800"/>
              </a:xfrm>
              <a:prstGeom prst="rect">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29" name="文本框 28">
                <a:extLst>
                  <a:ext uri="{FF2B5EF4-FFF2-40B4-BE49-F238E27FC236}">
                    <a16:creationId xmlns:a16="http://schemas.microsoft.com/office/drawing/2014/main" id="{D3223BD4-4B44-4697-B160-0556A27D229D}"/>
                  </a:ext>
                </a:extLst>
              </p:cNvPr>
              <p:cNvSpPr txBox="1"/>
              <p:nvPr/>
            </p:nvSpPr>
            <p:spPr>
              <a:xfrm>
                <a:off x="9532804" y="4011657"/>
                <a:ext cx="1707747" cy="1338827"/>
              </a:xfrm>
              <a:prstGeom prst="rect">
                <a:avLst/>
              </a:prstGeom>
              <a:noFill/>
            </p:spPr>
            <p:txBody>
              <a:bodyPr wrap="square" rtlCol="0">
                <a:spAutoFit/>
              </a:bodyPr>
              <a:lstStyle/>
              <a:p>
                <a:pPr algn="ctr">
                  <a:lnSpc>
                    <a:spcPct val="150000"/>
                  </a:lnSpc>
                </a:pPr>
                <a:r>
                  <a:rPr lang="zh-CN" altLang="en-US" sz="10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输入内文输入内文输入内文输入内文输入内文输入内文输入内文输入内文输入内文输入内文输入内文</a:t>
                </a:r>
              </a:p>
            </p:txBody>
          </p:sp>
        </p:grpSp>
        <p:grpSp>
          <p:nvGrpSpPr>
            <p:cNvPr id="42" name="组合 41">
              <a:extLst>
                <a:ext uri="{FF2B5EF4-FFF2-40B4-BE49-F238E27FC236}">
                  <a16:creationId xmlns:a16="http://schemas.microsoft.com/office/drawing/2014/main" id="{240B98EF-B7BE-416F-ABB3-9F2334C7F987}"/>
                </a:ext>
              </a:extLst>
            </p:cNvPr>
            <p:cNvGrpSpPr/>
            <p:nvPr/>
          </p:nvGrpSpPr>
          <p:grpSpPr>
            <a:xfrm>
              <a:off x="9317374" y="1903523"/>
              <a:ext cx="1377022" cy="1377021"/>
              <a:chOff x="9633227" y="1720798"/>
              <a:chExt cx="1512000" cy="1512000"/>
            </a:xfrm>
          </p:grpSpPr>
          <p:sp>
            <p:nvSpPr>
              <p:cNvPr id="43" name="椭圆 42">
                <a:extLst>
                  <a:ext uri="{FF2B5EF4-FFF2-40B4-BE49-F238E27FC236}">
                    <a16:creationId xmlns:a16="http://schemas.microsoft.com/office/drawing/2014/main" id="{FDF6AD71-17DE-4105-8DBF-A05865FCDCAC}"/>
                  </a:ext>
                </a:extLst>
              </p:cNvPr>
              <p:cNvSpPr/>
              <p:nvPr/>
            </p:nvSpPr>
            <p:spPr>
              <a:xfrm>
                <a:off x="9633227" y="1720798"/>
                <a:ext cx="1512000" cy="1512000"/>
              </a:xfrm>
              <a:prstGeom prst="ellipse">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reeform 5">
                <a:extLst>
                  <a:ext uri="{FF2B5EF4-FFF2-40B4-BE49-F238E27FC236}">
                    <a16:creationId xmlns:a16="http://schemas.microsoft.com/office/drawing/2014/main" id="{2219F37F-5AC7-47E5-B446-59C420A29BA5}"/>
                  </a:ext>
                </a:extLst>
              </p:cNvPr>
              <p:cNvSpPr>
                <a:spLocks noEditPoints="1"/>
              </p:cNvSpPr>
              <p:nvPr/>
            </p:nvSpPr>
            <p:spPr bwMode="auto">
              <a:xfrm>
                <a:off x="10179922" y="2309877"/>
                <a:ext cx="413511" cy="356232"/>
              </a:xfrm>
              <a:custGeom>
                <a:avLst/>
                <a:gdLst>
                  <a:gd name="T0" fmla="*/ 2494 w 2858"/>
                  <a:gd name="T1" fmla="*/ 517 h 2456"/>
                  <a:gd name="T2" fmla="*/ 2133 w 2858"/>
                  <a:gd name="T3" fmla="*/ 517 h 2456"/>
                  <a:gd name="T4" fmla="*/ 1978 w 2858"/>
                  <a:gd name="T5" fmla="*/ 143 h 2456"/>
                  <a:gd name="T6" fmla="*/ 1764 w 2858"/>
                  <a:gd name="T7" fmla="*/ 0 h 2456"/>
                  <a:gd name="T8" fmla="*/ 1094 w 2858"/>
                  <a:gd name="T9" fmla="*/ 0 h 2456"/>
                  <a:gd name="T10" fmla="*/ 880 w 2858"/>
                  <a:gd name="T11" fmla="*/ 143 h 2456"/>
                  <a:gd name="T12" fmla="*/ 725 w 2858"/>
                  <a:gd name="T13" fmla="*/ 517 h 2456"/>
                  <a:gd name="T14" fmla="*/ 364 w 2858"/>
                  <a:gd name="T15" fmla="*/ 517 h 2456"/>
                  <a:gd name="T16" fmla="*/ 0 w 2858"/>
                  <a:gd name="T17" fmla="*/ 881 h 2456"/>
                  <a:gd name="T18" fmla="*/ 0 w 2858"/>
                  <a:gd name="T19" fmla="*/ 2092 h 2456"/>
                  <a:gd name="T20" fmla="*/ 364 w 2858"/>
                  <a:gd name="T21" fmla="*/ 2456 h 2456"/>
                  <a:gd name="T22" fmla="*/ 2494 w 2858"/>
                  <a:gd name="T23" fmla="*/ 2456 h 2456"/>
                  <a:gd name="T24" fmla="*/ 2858 w 2858"/>
                  <a:gd name="T25" fmla="*/ 2092 h 2456"/>
                  <a:gd name="T26" fmla="*/ 2858 w 2858"/>
                  <a:gd name="T27" fmla="*/ 881 h 2456"/>
                  <a:gd name="T28" fmla="*/ 2494 w 2858"/>
                  <a:gd name="T29" fmla="*/ 517 h 2456"/>
                  <a:gd name="T30" fmla="*/ 2726 w 2858"/>
                  <a:gd name="T31" fmla="*/ 2092 h 2456"/>
                  <a:gd name="T32" fmla="*/ 2494 w 2858"/>
                  <a:gd name="T33" fmla="*/ 2323 h 2456"/>
                  <a:gd name="T34" fmla="*/ 364 w 2858"/>
                  <a:gd name="T35" fmla="*/ 2323 h 2456"/>
                  <a:gd name="T36" fmla="*/ 132 w 2858"/>
                  <a:gd name="T37" fmla="*/ 2092 h 2456"/>
                  <a:gd name="T38" fmla="*/ 132 w 2858"/>
                  <a:gd name="T39" fmla="*/ 881 h 2456"/>
                  <a:gd name="T40" fmla="*/ 364 w 2858"/>
                  <a:gd name="T41" fmla="*/ 649 h 2456"/>
                  <a:gd name="T42" fmla="*/ 769 w 2858"/>
                  <a:gd name="T43" fmla="*/ 649 h 2456"/>
                  <a:gd name="T44" fmla="*/ 830 w 2858"/>
                  <a:gd name="T45" fmla="*/ 608 h 2456"/>
                  <a:gd name="T46" fmla="*/ 1002 w 2858"/>
                  <a:gd name="T47" fmla="*/ 194 h 2456"/>
                  <a:gd name="T48" fmla="*/ 1094 w 2858"/>
                  <a:gd name="T49" fmla="*/ 133 h 2456"/>
                  <a:gd name="T50" fmla="*/ 1764 w 2858"/>
                  <a:gd name="T51" fmla="*/ 133 h 2456"/>
                  <a:gd name="T52" fmla="*/ 1856 w 2858"/>
                  <a:gd name="T53" fmla="*/ 194 h 2456"/>
                  <a:gd name="T54" fmla="*/ 2028 w 2858"/>
                  <a:gd name="T55" fmla="*/ 608 h 2456"/>
                  <a:gd name="T56" fmla="*/ 2089 w 2858"/>
                  <a:gd name="T57" fmla="*/ 649 h 2456"/>
                  <a:gd name="T58" fmla="*/ 2494 w 2858"/>
                  <a:gd name="T59" fmla="*/ 649 h 2456"/>
                  <a:gd name="T60" fmla="*/ 2726 w 2858"/>
                  <a:gd name="T61" fmla="*/ 881 h 2456"/>
                  <a:gd name="T62" fmla="*/ 2726 w 2858"/>
                  <a:gd name="T63" fmla="*/ 2092 h 2456"/>
                  <a:gd name="T64" fmla="*/ 1429 w 2858"/>
                  <a:gd name="T65" fmla="*/ 712 h 2456"/>
                  <a:gd name="T66" fmla="*/ 757 w 2858"/>
                  <a:gd name="T67" fmla="*/ 1384 h 2456"/>
                  <a:gd name="T68" fmla="*/ 1429 w 2858"/>
                  <a:gd name="T69" fmla="*/ 2056 h 2456"/>
                  <a:gd name="T70" fmla="*/ 2101 w 2858"/>
                  <a:gd name="T71" fmla="*/ 1384 h 2456"/>
                  <a:gd name="T72" fmla="*/ 1429 w 2858"/>
                  <a:gd name="T73" fmla="*/ 712 h 2456"/>
                  <a:gd name="T74" fmla="*/ 1429 w 2858"/>
                  <a:gd name="T75" fmla="*/ 1924 h 2456"/>
                  <a:gd name="T76" fmla="*/ 889 w 2858"/>
                  <a:gd name="T77" fmla="*/ 1384 h 2456"/>
                  <a:gd name="T78" fmla="*/ 1429 w 2858"/>
                  <a:gd name="T79" fmla="*/ 844 h 2456"/>
                  <a:gd name="T80" fmla="*/ 1969 w 2858"/>
                  <a:gd name="T81" fmla="*/ 1384 h 2456"/>
                  <a:gd name="T82" fmla="*/ 1429 w 2858"/>
                  <a:gd name="T83" fmla="*/ 1924 h 2456"/>
                  <a:gd name="T84" fmla="*/ 1246 w 2858"/>
                  <a:gd name="T85" fmla="*/ 1656 h 2456"/>
                  <a:gd name="T86" fmla="*/ 1101 w 2858"/>
                  <a:gd name="T87" fmla="*/ 1384 h 2456"/>
                  <a:gd name="T88" fmla="*/ 1035 w 2858"/>
                  <a:gd name="T89" fmla="*/ 1318 h 2456"/>
                  <a:gd name="T90" fmla="*/ 968 w 2858"/>
                  <a:gd name="T91" fmla="*/ 1384 h 2456"/>
                  <a:gd name="T92" fmla="*/ 1171 w 2858"/>
                  <a:gd name="T93" fmla="*/ 1766 h 2456"/>
                  <a:gd name="T94" fmla="*/ 1208 w 2858"/>
                  <a:gd name="T95" fmla="*/ 1777 h 2456"/>
                  <a:gd name="T96" fmla="*/ 1263 w 2858"/>
                  <a:gd name="T97" fmla="*/ 1748 h 2456"/>
                  <a:gd name="T98" fmla="*/ 1246 w 2858"/>
                  <a:gd name="T99" fmla="*/ 1656 h 2456"/>
                  <a:gd name="T100" fmla="*/ 630 w 2858"/>
                  <a:gd name="T101" fmla="*/ 812 h 2456"/>
                  <a:gd name="T102" fmla="*/ 352 w 2858"/>
                  <a:gd name="T103" fmla="*/ 812 h 2456"/>
                  <a:gd name="T104" fmla="*/ 285 w 2858"/>
                  <a:gd name="T105" fmla="*/ 878 h 2456"/>
                  <a:gd name="T106" fmla="*/ 352 w 2858"/>
                  <a:gd name="T107" fmla="*/ 944 h 2456"/>
                  <a:gd name="T108" fmla="*/ 630 w 2858"/>
                  <a:gd name="T109" fmla="*/ 944 h 2456"/>
                  <a:gd name="T110" fmla="*/ 696 w 2858"/>
                  <a:gd name="T111" fmla="*/ 878 h 2456"/>
                  <a:gd name="T112" fmla="*/ 630 w 2858"/>
                  <a:gd name="T113" fmla="*/ 812 h 2456"/>
                  <a:gd name="T114" fmla="*/ 630 w 2858"/>
                  <a:gd name="T115" fmla="*/ 812 h 2456"/>
                  <a:gd name="T116" fmla="*/ 630 w 2858"/>
                  <a:gd name="T117" fmla="*/ 812 h 2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8" h="2456">
                    <a:moveTo>
                      <a:pt x="2494" y="517"/>
                    </a:moveTo>
                    <a:cubicBezTo>
                      <a:pt x="2133" y="517"/>
                      <a:pt x="2133" y="517"/>
                      <a:pt x="2133" y="517"/>
                    </a:cubicBezTo>
                    <a:cubicBezTo>
                      <a:pt x="1978" y="143"/>
                      <a:pt x="1978" y="143"/>
                      <a:pt x="1978" y="143"/>
                    </a:cubicBezTo>
                    <a:cubicBezTo>
                      <a:pt x="1942" y="56"/>
                      <a:pt x="1858" y="0"/>
                      <a:pt x="1764" y="0"/>
                    </a:cubicBezTo>
                    <a:cubicBezTo>
                      <a:pt x="1094" y="0"/>
                      <a:pt x="1094" y="0"/>
                      <a:pt x="1094" y="0"/>
                    </a:cubicBezTo>
                    <a:cubicBezTo>
                      <a:pt x="1000" y="0"/>
                      <a:pt x="916" y="56"/>
                      <a:pt x="880" y="143"/>
                    </a:cubicBezTo>
                    <a:cubicBezTo>
                      <a:pt x="725" y="517"/>
                      <a:pt x="725" y="517"/>
                      <a:pt x="725" y="517"/>
                    </a:cubicBezTo>
                    <a:cubicBezTo>
                      <a:pt x="364" y="517"/>
                      <a:pt x="364" y="517"/>
                      <a:pt x="364" y="517"/>
                    </a:cubicBezTo>
                    <a:cubicBezTo>
                      <a:pt x="163" y="517"/>
                      <a:pt x="0" y="680"/>
                      <a:pt x="0" y="881"/>
                    </a:cubicBezTo>
                    <a:cubicBezTo>
                      <a:pt x="0" y="2092"/>
                      <a:pt x="0" y="2092"/>
                      <a:pt x="0" y="2092"/>
                    </a:cubicBezTo>
                    <a:cubicBezTo>
                      <a:pt x="0" y="2292"/>
                      <a:pt x="163" y="2456"/>
                      <a:pt x="364" y="2456"/>
                    </a:cubicBezTo>
                    <a:cubicBezTo>
                      <a:pt x="2494" y="2456"/>
                      <a:pt x="2494" y="2456"/>
                      <a:pt x="2494" y="2456"/>
                    </a:cubicBezTo>
                    <a:cubicBezTo>
                      <a:pt x="2695" y="2456"/>
                      <a:pt x="2858" y="2292"/>
                      <a:pt x="2858" y="2092"/>
                    </a:cubicBezTo>
                    <a:cubicBezTo>
                      <a:pt x="2858" y="881"/>
                      <a:pt x="2858" y="881"/>
                      <a:pt x="2858" y="881"/>
                    </a:cubicBezTo>
                    <a:cubicBezTo>
                      <a:pt x="2858" y="680"/>
                      <a:pt x="2695" y="517"/>
                      <a:pt x="2494" y="517"/>
                    </a:cubicBezTo>
                    <a:close/>
                    <a:moveTo>
                      <a:pt x="2726" y="2092"/>
                    </a:moveTo>
                    <a:cubicBezTo>
                      <a:pt x="2726" y="2219"/>
                      <a:pt x="2622" y="2323"/>
                      <a:pt x="2494" y="2323"/>
                    </a:cubicBezTo>
                    <a:cubicBezTo>
                      <a:pt x="364" y="2323"/>
                      <a:pt x="364" y="2323"/>
                      <a:pt x="364" y="2323"/>
                    </a:cubicBezTo>
                    <a:cubicBezTo>
                      <a:pt x="236" y="2323"/>
                      <a:pt x="132" y="2219"/>
                      <a:pt x="132" y="2092"/>
                    </a:cubicBezTo>
                    <a:cubicBezTo>
                      <a:pt x="132" y="881"/>
                      <a:pt x="132" y="881"/>
                      <a:pt x="132" y="881"/>
                    </a:cubicBezTo>
                    <a:cubicBezTo>
                      <a:pt x="132" y="753"/>
                      <a:pt x="236" y="649"/>
                      <a:pt x="364" y="649"/>
                    </a:cubicBezTo>
                    <a:cubicBezTo>
                      <a:pt x="769" y="649"/>
                      <a:pt x="769" y="649"/>
                      <a:pt x="769" y="649"/>
                    </a:cubicBezTo>
                    <a:cubicBezTo>
                      <a:pt x="796" y="649"/>
                      <a:pt x="820" y="633"/>
                      <a:pt x="830" y="608"/>
                    </a:cubicBezTo>
                    <a:cubicBezTo>
                      <a:pt x="1002" y="194"/>
                      <a:pt x="1002" y="194"/>
                      <a:pt x="1002" y="194"/>
                    </a:cubicBezTo>
                    <a:cubicBezTo>
                      <a:pt x="1017" y="157"/>
                      <a:pt x="1053" y="133"/>
                      <a:pt x="1094" y="133"/>
                    </a:cubicBezTo>
                    <a:cubicBezTo>
                      <a:pt x="1764" y="133"/>
                      <a:pt x="1764" y="133"/>
                      <a:pt x="1764" y="133"/>
                    </a:cubicBezTo>
                    <a:cubicBezTo>
                      <a:pt x="1805" y="133"/>
                      <a:pt x="1841" y="157"/>
                      <a:pt x="1856" y="194"/>
                    </a:cubicBezTo>
                    <a:cubicBezTo>
                      <a:pt x="2028" y="608"/>
                      <a:pt x="2028" y="608"/>
                      <a:pt x="2028" y="608"/>
                    </a:cubicBezTo>
                    <a:cubicBezTo>
                      <a:pt x="2038" y="633"/>
                      <a:pt x="2062" y="649"/>
                      <a:pt x="2089" y="649"/>
                    </a:cubicBezTo>
                    <a:cubicBezTo>
                      <a:pt x="2494" y="649"/>
                      <a:pt x="2494" y="649"/>
                      <a:pt x="2494" y="649"/>
                    </a:cubicBezTo>
                    <a:cubicBezTo>
                      <a:pt x="2622" y="649"/>
                      <a:pt x="2726" y="753"/>
                      <a:pt x="2726" y="881"/>
                    </a:cubicBezTo>
                    <a:cubicBezTo>
                      <a:pt x="2726" y="2092"/>
                      <a:pt x="2726" y="2092"/>
                      <a:pt x="2726" y="2092"/>
                    </a:cubicBezTo>
                    <a:close/>
                    <a:moveTo>
                      <a:pt x="1429" y="712"/>
                    </a:moveTo>
                    <a:cubicBezTo>
                      <a:pt x="1058" y="712"/>
                      <a:pt x="757" y="1013"/>
                      <a:pt x="757" y="1384"/>
                    </a:cubicBezTo>
                    <a:cubicBezTo>
                      <a:pt x="757" y="1755"/>
                      <a:pt x="1058" y="2056"/>
                      <a:pt x="1429" y="2056"/>
                    </a:cubicBezTo>
                    <a:cubicBezTo>
                      <a:pt x="1800" y="2056"/>
                      <a:pt x="2101" y="1755"/>
                      <a:pt x="2101" y="1384"/>
                    </a:cubicBezTo>
                    <a:cubicBezTo>
                      <a:pt x="2101" y="1013"/>
                      <a:pt x="1800" y="712"/>
                      <a:pt x="1429" y="712"/>
                    </a:cubicBezTo>
                    <a:close/>
                    <a:moveTo>
                      <a:pt x="1429" y="1924"/>
                    </a:moveTo>
                    <a:cubicBezTo>
                      <a:pt x="1131" y="1924"/>
                      <a:pt x="889" y="1682"/>
                      <a:pt x="889" y="1384"/>
                    </a:cubicBezTo>
                    <a:cubicBezTo>
                      <a:pt x="889" y="1086"/>
                      <a:pt x="1131" y="844"/>
                      <a:pt x="1429" y="844"/>
                    </a:cubicBezTo>
                    <a:cubicBezTo>
                      <a:pt x="1727" y="844"/>
                      <a:pt x="1969" y="1086"/>
                      <a:pt x="1969" y="1384"/>
                    </a:cubicBezTo>
                    <a:cubicBezTo>
                      <a:pt x="1969" y="1682"/>
                      <a:pt x="1727" y="1924"/>
                      <a:pt x="1429" y="1924"/>
                    </a:cubicBezTo>
                    <a:close/>
                    <a:moveTo>
                      <a:pt x="1246" y="1656"/>
                    </a:moveTo>
                    <a:cubicBezTo>
                      <a:pt x="1155" y="1595"/>
                      <a:pt x="1101" y="1493"/>
                      <a:pt x="1101" y="1384"/>
                    </a:cubicBezTo>
                    <a:cubicBezTo>
                      <a:pt x="1101" y="1348"/>
                      <a:pt x="1071" y="1318"/>
                      <a:pt x="1035" y="1318"/>
                    </a:cubicBezTo>
                    <a:cubicBezTo>
                      <a:pt x="998" y="1318"/>
                      <a:pt x="968" y="1348"/>
                      <a:pt x="968" y="1384"/>
                    </a:cubicBezTo>
                    <a:cubicBezTo>
                      <a:pt x="968" y="1537"/>
                      <a:pt x="1044" y="1680"/>
                      <a:pt x="1171" y="1766"/>
                    </a:cubicBezTo>
                    <a:cubicBezTo>
                      <a:pt x="1182" y="1773"/>
                      <a:pt x="1195" y="1777"/>
                      <a:pt x="1208" y="1777"/>
                    </a:cubicBezTo>
                    <a:cubicBezTo>
                      <a:pt x="1230" y="1777"/>
                      <a:pt x="1251" y="1767"/>
                      <a:pt x="1263" y="1748"/>
                    </a:cubicBezTo>
                    <a:cubicBezTo>
                      <a:pt x="1284" y="1718"/>
                      <a:pt x="1276" y="1677"/>
                      <a:pt x="1246" y="1656"/>
                    </a:cubicBezTo>
                    <a:close/>
                    <a:moveTo>
                      <a:pt x="630" y="812"/>
                    </a:moveTo>
                    <a:cubicBezTo>
                      <a:pt x="352" y="812"/>
                      <a:pt x="352" y="812"/>
                      <a:pt x="352" y="812"/>
                    </a:cubicBezTo>
                    <a:cubicBezTo>
                      <a:pt x="315" y="812"/>
                      <a:pt x="285" y="842"/>
                      <a:pt x="285" y="878"/>
                    </a:cubicBezTo>
                    <a:cubicBezTo>
                      <a:pt x="285" y="915"/>
                      <a:pt x="315" y="944"/>
                      <a:pt x="352" y="944"/>
                    </a:cubicBezTo>
                    <a:cubicBezTo>
                      <a:pt x="630" y="944"/>
                      <a:pt x="630" y="944"/>
                      <a:pt x="630" y="944"/>
                    </a:cubicBezTo>
                    <a:cubicBezTo>
                      <a:pt x="666" y="944"/>
                      <a:pt x="696" y="915"/>
                      <a:pt x="696" y="878"/>
                    </a:cubicBezTo>
                    <a:cubicBezTo>
                      <a:pt x="696" y="842"/>
                      <a:pt x="666" y="812"/>
                      <a:pt x="630" y="812"/>
                    </a:cubicBezTo>
                    <a:close/>
                    <a:moveTo>
                      <a:pt x="630" y="812"/>
                    </a:moveTo>
                    <a:cubicBezTo>
                      <a:pt x="630" y="812"/>
                      <a:pt x="630" y="812"/>
                      <a:pt x="630" y="81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48" name="文本框 47">
            <a:extLst>
              <a:ext uri="{FF2B5EF4-FFF2-40B4-BE49-F238E27FC236}">
                <a16:creationId xmlns:a16="http://schemas.microsoft.com/office/drawing/2014/main" id="{64CBD869-F8FB-ABAD-0C3A-7BE44BFDE00C}"/>
              </a:ext>
            </a:extLst>
          </p:cNvPr>
          <p:cNvSpPr txBox="1"/>
          <p:nvPr/>
        </p:nvSpPr>
        <p:spPr>
          <a:xfrm>
            <a:off x="1900687" y="515093"/>
            <a:ext cx="1888440" cy="400110"/>
          </a:xfrm>
          <a:prstGeom prst="rect">
            <a:avLst/>
          </a:prstGeom>
          <a:noFill/>
        </p:spPr>
        <p:txBody>
          <a:bodyPr wrap="square" rtlCol="0">
            <a:spAutoFit/>
          </a:bodyPr>
          <a:lstStyle/>
          <a:p>
            <a:pPr algn="dist"/>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板式样式二</a:t>
            </a:r>
          </a:p>
        </p:txBody>
      </p:sp>
      <p:sp>
        <p:nvSpPr>
          <p:cNvPr id="49" name="文本框 48">
            <a:extLst>
              <a:ext uri="{FF2B5EF4-FFF2-40B4-BE49-F238E27FC236}">
                <a16:creationId xmlns:a16="http://schemas.microsoft.com/office/drawing/2014/main" id="{534A4AB4-EF88-28CB-19AD-D9692A4C6F9F}"/>
              </a:ext>
            </a:extLst>
          </p:cNvPr>
          <p:cNvSpPr txBox="1"/>
          <p:nvPr/>
        </p:nvSpPr>
        <p:spPr>
          <a:xfrm>
            <a:off x="1907803" y="799680"/>
            <a:ext cx="5607919" cy="261610"/>
          </a:xfrm>
          <a:prstGeom prst="rect">
            <a:avLst/>
          </a:prstGeom>
          <a:noFill/>
        </p:spPr>
        <p:txBody>
          <a:bodyPr wrap="square" rtlCol="0">
            <a:spAutoFit/>
          </a:bodyPr>
          <a:lstStyle/>
          <a:p>
            <a:r>
              <a:rPr lang="en-US" altLang="zh-CN" sz="1100" dirty="0">
                <a:solidFill>
                  <a:schemeClr val="tx1">
                    <a:lumMod val="85000"/>
                    <a:lumOff val="15000"/>
                  </a:schemeClr>
                </a:solidFill>
                <a:latin typeface="印品黑体" panose="00000500000000000000" pitchFamily="2" charset="-122"/>
                <a:ea typeface="印品黑体" panose="00000500000000000000" pitchFamily="2" charset="-122"/>
              </a:rPr>
              <a:t>BANSHIYANGSHIER</a:t>
            </a:r>
          </a:p>
        </p:txBody>
      </p:sp>
      <p:pic>
        <p:nvPicPr>
          <p:cNvPr id="51" name="图片 50">
            <a:extLst>
              <a:ext uri="{FF2B5EF4-FFF2-40B4-BE49-F238E27FC236}">
                <a16:creationId xmlns:a16="http://schemas.microsoft.com/office/drawing/2014/main" id="{11190620-D89D-4321-6583-A27409C8CD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895" y="450318"/>
            <a:ext cx="1047656" cy="732455"/>
          </a:xfrm>
          <a:prstGeom prst="rect">
            <a:avLst/>
          </a:prstGeom>
        </p:spPr>
      </p:pic>
      <p:cxnSp>
        <p:nvCxnSpPr>
          <p:cNvPr id="54" name="直接连接符 53">
            <a:extLst>
              <a:ext uri="{FF2B5EF4-FFF2-40B4-BE49-F238E27FC236}">
                <a16:creationId xmlns:a16="http://schemas.microsoft.com/office/drawing/2014/main" id="{686198F7-F328-9223-0894-25D03B2AD6CB}"/>
              </a:ext>
            </a:extLst>
          </p:cNvPr>
          <p:cNvCxnSpPr>
            <a:cxnSpLocks/>
          </p:cNvCxnSpPr>
          <p:nvPr/>
        </p:nvCxnSpPr>
        <p:spPr>
          <a:xfrm>
            <a:off x="1822552" y="577512"/>
            <a:ext cx="0" cy="460648"/>
          </a:xfrm>
          <a:prstGeom prst="line">
            <a:avLst/>
          </a:prstGeom>
          <a:ln w="1270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09961364"/>
      </p:ext>
    </p:extLst>
  </p:cSld>
  <p:clrMapOvr>
    <a:masterClrMapping/>
  </p:clrMapOvr>
  <p:transition spd="slow" advClick="0" advTm="4000">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CF756D12-DA54-44A0-80CC-2E1D4FC2911C}"/>
              </a:ext>
            </a:extLst>
          </p:cNvPr>
          <p:cNvGrpSpPr/>
          <p:nvPr/>
        </p:nvGrpSpPr>
        <p:grpSpPr>
          <a:xfrm>
            <a:off x="8352610" y="1633719"/>
            <a:ext cx="3103052" cy="1316972"/>
            <a:chOff x="7873159" y="1393689"/>
            <a:chExt cx="3103052" cy="1316972"/>
          </a:xfrm>
        </p:grpSpPr>
        <p:sp>
          <p:nvSpPr>
            <p:cNvPr id="11" name="矩形 10">
              <a:extLst>
                <a:ext uri="{FF2B5EF4-FFF2-40B4-BE49-F238E27FC236}">
                  <a16:creationId xmlns:a16="http://schemas.microsoft.com/office/drawing/2014/main" id="{EB8EB381-11C0-4F6A-9D08-C0A6690FC738}"/>
                </a:ext>
              </a:extLst>
            </p:cNvPr>
            <p:cNvSpPr/>
            <p:nvPr/>
          </p:nvSpPr>
          <p:spPr>
            <a:xfrm>
              <a:off x="7972307" y="1784470"/>
              <a:ext cx="324000" cy="28800"/>
            </a:xfrm>
            <a:prstGeom prst="rect">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C55D688-599D-42E2-90A5-A73D847692C3}"/>
                </a:ext>
              </a:extLst>
            </p:cNvPr>
            <p:cNvSpPr txBox="1"/>
            <p:nvPr/>
          </p:nvSpPr>
          <p:spPr>
            <a:xfrm>
              <a:off x="7873159" y="1393689"/>
              <a:ext cx="3103052" cy="400110"/>
            </a:xfrm>
            <a:prstGeom prst="rect">
              <a:avLst/>
            </a:prstGeom>
            <a:noFill/>
          </p:spPr>
          <p:txBody>
            <a:bodyPr wrap="square" rtlCol="0">
              <a:spAutoFit/>
            </a:bodyPr>
            <a:lstStyle/>
            <a:p>
              <a:r>
                <a:rPr lang="zh-CN" altLang="en-US" sz="2000" dirty="0">
                  <a:solidFill>
                    <a:srgbClr val="D61D3D"/>
                  </a:solidFill>
                  <a:latin typeface="微软雅黑" panose="020B0503020204020204" pitchFamily="34" charset="-122"/>
                  <a:ea typeface="微软雅黑" panose="020B0503020204020204" pitchFamily="34" charset="-122"/>
                </a:rPr>
                <a:t>输入标题</a:t>
              </a:r>
            </a:p>
          </p:txBody>
        </p:sp>
        <p:sp>
          <p:nvSpPr>
            <p:cNvPr id="13" name="文本框 12">
              <a:extLst>
                <a:ext uri="{FF2B5EF4-FFF2-40B4-BE49-F238E27FC236}">
                  <a16:creationId xmlns:a16="http://schemas.microsoft.com/office/drawing/2014/main" id="{7B3098C0-34B1-40EA-81F7-D7231EF12AF5}"/>
                </a:ext>
              </a:extLst>
            </p:cNvPr>
            <p:cNvSpPr txBox="1"/>
            <p:nvPr/>
          </p:nvSpPr>
          <p:spPr>
            <a:xfrm>
              <a:off x="7873159" y="1856581"/>
              <a:ext cx="2819482" cy="854080"/>
            </a:xfrm>
            <a:prstGeom prst="rect">
              <a:avLst/>
            </a:prstGeom>
            <a:noFill/>
          </p:spPr>
          <p:txBody>
            <a:bodyPr wrap="square" rtlCol="0">
              <a:spAutoFit/>
            </a:bodyPr>
            <a:lstStyle/>
            <a:p>
              <a:pPr>
                <a:lnSpc>
                  <a:spcPct val="150000"/>
                </a:lnSpc>
              </a:pPr>
              <a:r>
                <a:rPr lang="zh-CN" altLang="en-US" sz="110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grpSp>
        <p:nvGrpSpPr>
          <p:cNvPr id="14" name="组合 13">
            <a:extLst>
              <a:ext uri="{FF2B5EF4-FFF2-40B4-BE49-F238E27FC236}">
                <a16:creationId xmlns:a16="http://schemas.microsoft.com/office/drawing/2014/main" id="{3AB37B2B-7B2E-47B9-9133-BD863498B9DB}"/>
              </a:ext>
            </a:extLst>
          </p:cNvPr>
          <p:cNvGrpSpPr/>
          <p:nvPr/>
        </p:nvGrpSpPr>
        <p:grpSpPr>
          <a:xfrm>
            <a:off x="8352610" y="4559047"/>
            <a:ext cx="3103052" cy="1316972"/>
            <a:chOff x="7873159" y="4627627"/>
            <a:chExt cx="3103052" cy="1316972"/>
          </a:xfrm>
        </p:grpSpPr>
        <p:sp>
          <p:nvSpPr>
            <p:cNvPr id="15" name="矩形 14">
              <a:extLst>
                <a:ext uri="{FF2B5EF4-FFF2-40B4-BE49-F238E27FC236}">
                  <a16:creationId xmlns:a16="http://schemas.microsoft.com/office/drawing/2014/main" id="{47B5DF43-BB01-4EF3-8ECB-F24B5B1CEB86}"/>
                </a:ext>
              </a:extLst>
            </p:cNvPr>
            <p:cNvSpPr/>
            <p:nvPr/>
          </p:nvSpPr>
          <p:spPr>
            <a:xfrm>
              <a:off x="7972307" y="5018408"/>
              <a:ext cx="324000" cy="28800"/>
            </a:xfrm>
            <a:prstGeom prst="rect">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32431848-9914-469C-BAC9-5382C6CA971C}"/>
                </a:ext>
              </a:extLst>
            </p:cNvPr>
            <p:cNvSpPr txBox="1"/>
            <p:nvPr/>
          </p:nvSpPr>
          <p:spPr>
            <a:xfrm>
              <a:off x="7873159" y="4627627"/>
              <a:ext cx="3103052" cy="400110"/>
            </a:xfrm>
            <a:prstGeom prst="rect">
              <a:avLst/>
            </a:prstGeom>
            <a:noFill/>
          </p:spPr>
          <p:txBody>
            <a:bodyPr wrap="square" rtlCol="0">
              <a:spAutoFit/>
            </a:bodyPr>
            <a:lstStyle/>
            <a:p>
              <a:r>
                <a:rPr lang="zh-CN" altLang="en-US" sz="2000" dirty="0">
                  <a:solidFill>
                    <a:srgbClr val="D61D3D"/>
                  </a:solidFill>
                  <a:latin typeface="微软雅黑" panose="020B0503020204020204" pitchFamily="34" charset="-122"/>
                  <a:ea typeface="微软雅黑" panose="020B0503020204020204" pitchFamily="34" charset="-122"/>
                </a:rPr>
                <a:t>输入标题</a:t>
              </a:r>
            </a:p>
          </p:txBody>
        </p:sp>
        <p:sp>
          <p:nvSpPr>
            <p:cNvPr id="17" name="文本框 16">
              <a:extLst>
                <a:ext uri="{FF2B5EF4-FFF2-40B4-BE49-F238E27FC236}">
                  <a16:creationId xmlns:a16="http://schemas.microsoft.com/office/drawing/2014/main" id="{9561B501-17C0-4021-A507-8DCF73792E1D}"/>
                </a:ext>
              </a:extLst>
            </p:cNvPr>
            <p:cNvSpPr txBox="1"/>
            <p:nvPr/>
          </p:nvSpPr>
          <p:spPr>
            <a:xfrm>
              <a:off x="7873159" y="5090519"/>
              <a:ext cx="2819482" cy="854080"/>
            </a:xfrm>
            <a:prstGeom prst="rect">
              <a:avLst/>
            </a:prstGeom>
            <a:noFill/>
          </p:spPr>
          <p:txBody>
            <a:bodyPr wrap="square" rtlCol="0">
              <a:spAutoFit/>
            </a:bodyPr>
            <a:lstStyle/>
            <a:p>
              <a:pPr>
                <a:lnSpc>
                  <a:spcPct val="150000"/>
                </a:lnSpc>
              </a:pPr>
              <a:r>
                <a:rPr lang="zh-CN" altLang="en-US" sz="1100" spc="4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grpSp>
        <p:nvGrpSpPr>
          <p:cNvPr id="18" name="组合 17">
            <a:extLst>
              <a:ext uri="{FF2B5EF4-FFF2-40B4-BE49-F238E27FC236}">
                <a16:creationId xmlns:a16="http://schemas.microsoft.com/office/drawing/2014/main" id="{78A20E0C-6E36-4E37-BF48-A05FE803415A}"/>
              </a:ext>
            </a:extLst>
          </p:cNvPr>
          <p:cNvGrpSpPr/>
          <p:nvPr/>
        </p:nvGrpSpPr>
        <p:grpSpPr>
          <a:xfrm>
            <a:off x="738886" y="4559047"/>
            <a:ext cx="3103052" cy="1316972"/>
            <a:chOff x="1581964" y="4627627"/>
            <a:chExt cx="3103052" cy="1316972"/>
          </a:xfrm>
        </p:grpSpPr>
        <p:sp>
          <p:nvSpPr>
            <p:cNvPr id="19" name="矩形 18">
              <a:extLst>
                <a:ext uri="{FF2B5EF4-FFF2-40B4-BE49-F238E27FC236}">
                  <a16:creationId xmlns:a16="http://schemas.microsoft.com/office/drawing/2014/main" id="{E02DF6BA-5B82-4503-ADC1-5A67BE935A63}"/>
                </a:ext>
              </a:extLst>
            </p:cNvPr>
            <p:cNvSpPr/>
            <p:nvPr/>
          </p:nvSpPr>
          <p:spPr>
            <a:xfrm>
              <a:off x="4252939" y="5018408"/>
              <a:ext cx="324000" cy="28800"/>
            </a:xfrm>
            <a:prstGeom prst="rect">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513D127-08D5-4719-ACC9-E19266882CAF}"/>
                </a:ext>
              </a:extLst>
            </p:cNvPr>
            <p:cNvSpPr txBox="1"/>
            <p:nvPr/>
          </p:nvSpPr>
          <p:spPr>
            <a:xfrm>
              <a:off x="1581964" y="4627627"/>
              <a:ext cx="3103052" cy="400110"/>
            </a:xfrm>
            <a:prstGeom prst="rect">
              <a:avLst/>
            </a:prstGeom>
            <a:noFill/>
          </p:spPr>
          <p:txBody>
            <a:bodyPr wrap="square" rtlCol="0">
              <a:spAutoFit/>
            </a:bodyPr>
            <a:lstStyle/>
            <a:p>
              <a:pPr algn="r"/>
              <a:r>
                <a:rPr lang="zh-CN" altLang="en-US" sz="2000" dirty="0">
                  <a:solidFill>
                    <a:srgbClr val="D61D3D"/>
                  </a:solidFill>
                  <a:latin typeface="微软雅黑" panose="020B0503020204020204" pitchFamily="34" charset="-122"/>
                  <a:ea typeface="微软雅黑" panose="020B0503020204020204" pitchFamily="34" charset="-122"/>
                </a:rPr>
                <a:t>输入标题</a:t>
              </a:r>
            </a:p>
          </p:txBody>
        </p:sp>
        <p:sp>
          <p:nvSpPr>
            <p:cNvPr id="21" name="文本框 20">
              <a:extLst>
                <a:ext uri="{FF2B5EF4-FFF2-40B4-BE49-F238E27FC236}">
                  <a16:creationId xmlns:a16="http://schemas.microsoft.com/office/drawing/2014/main" id="{A4E44FB6-A35B-405D-873B-88E607803E0F}"/>
                </a:ext>
              </a:extLst>
            </p:cNvPr>
            <p:cNvSpPr txBox="1"/>
            <p:nvPr/>
          </p:nvSpPr>
          <p:spPr>
            <a:xfrm>
              <a:off x="1827816" y="5090519"/>
              <a:ext cx="2829083" cy="854080"/>
            </a:xfrm>
            <a:prstGeom prst="rect">
              <a:avLst/>
            </a:prstGeom>
            <a:noFill/>
          </p:spPr>
          <p:txBody>
            <a:bodyPr wrap="square" rtlCol="0">
              <a:spAutoFit/>
            </a:bodyPr>
            <a:lstStyle/>
            <a:p>
              <a:pPr algn="r">
                <a:lnSpc>
                  <a:spcPct val="150000"/>
                </a:lnSpc>
              </a:pPr>
              <a:r>
                <a:rPr lang="zh-CN" altLang="en-US" sz="110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grpSp>
        <p:nvGrpSpPr>
          <p:cNvPr id="22" name="组合 21">
            <a:extLst>
              <a:ext uri="{FF2B5EF4-FFF2-40B4-BE49-F238E27FC236}">
                <a16:creationId xmlns:a16="http://schemas.microsoft.com/office/drawing/2014/main" id="{AF79D233-3876-49BF-86F0-6148E02B3228}"/>
              </a:ext>
            </a:extLst>
          </p:cNvPr>
          <p:cNvGrpSpPr/>
          <p:nvPr/>
        </p:nvGrpSpPr>
        <p:grpSpPr>
          <a:xfrm>
            <a:off x="738886" y="1633719"/>
            <a:ext cx="3103052" cy="1316972"/>
            <a:chOff x="1581964" y="1497192"/>
            <a:chExt cx="3103052" cy="1316972"/>
          </a:xfrm>
        </p:grpSpPr>
        <p:sp>
          <p:nvSpPr>
            <p:cNvPr id="23" name="矩形 22">
              <a:extLst>
                <a:ext uri="{FF2B5EF4-FFF2-40B4-BE49-F238E27FC236}">
                  <a16:creationId xmlns:a16="http://schemas.microsoft.com/office/drawing/2014/main" id="{D14E1D3D-7113-4A4B-942A-5E9973E0C373}"/>
                </a:ext>
              </a:extLst>
            </p:cNvPr>
            <p:cNvSpPr/>
            <p:nvPr/>
          </p:nvSpPr>
          <p:spPr>
            <a:xfrm>
              <a:off x="4252939" y="1887973"/>
              <a:ext cx="324000" cy="28800"/>
            </a:xfrm>
            <a:prstGeom prst="rect">
              <a:avLst/>
            </a:prstGeom>
            <a:solidFill>
              <a:srgbClr val="D61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07BD3024-A324-45DE-9F10-6EA514ADF99A}"/>
                </a:ext>
              </a:extLst>
            </p:cNvPr>
            <p:cNvSpPr txBox="1"/>
            <p:nvPr/>
          </p:nvSpPr>
          <p:spPr>
            <a:xfrm>
              <a:off x="1581964" y="1497192"/>
              <a:ext cx="3103052" cy="400110"/>
            </a:xfrm>
            <a:prstGeom prst="rect">
              <a:avLst/>
            </a:prstGeom>
            <a:noFill/>
          </p:spPr>
          <p:txBody>
            <a:bodyPr wrap="square" rtlCol="0">
              <a:spAutoFit/>
            </a:bodyPr>
            <a:lstStyle/>
            <a:p>
              <a:pPr algn="r"/>
              <a:r>
                <a:rPr lang="zh-CN" altLang="en-US" sz="2000" dirty="0">
                  <a:solidFill>
                    <a:srgbClr val="D61D3D"/>
                  </a:solidFill>
                  <a:latin typeface="微软雅黑" panose="020B0503020204020204" pitchFamily="34" charset="-122"/>
                  <a:ea typeface="微软雅黑" panose="020B0503020204020204" pitchFamily="34" charset="-122"/>
                </a:rPr>
                <a:t>输入标题</a:t>
              </a:r>
            </a:p>
          </p:txBody>
        </p:sp>
        <p:sp>
          <p:nvSpPr>
            <p:cNvPr id="25" name="文本框 24">
              <a:extLst>
                <a:ext uri="{FF2B5EF4-FFF2-40B4-BE49-F238E27FC236}">
                  <a16:creationId xmlns:a16="http://schemas.microsoft.com/office/drawing/2014/main" id="{E04CB07B-6F33-4B32-8445-8BDA4AE62F10}"/>
                </a:ext>
              </a:extLst>
            </p:cNvPr>
            <p:cNvSpPr txBox="1"/>
            <p:nvPr/>
          </p:nvSpPr>
          <p:spPr>
            <a:xfrm>
              <a:off x="1827816" y="1960084"/>
              <a:ext cx="2829084" cy="854080"/>
            </a:xfrm>
            <a:prstGeom prst="rect">
              <a:avLst/>
            </a:prstGeom>
            <a:noFill/>
          </p:spPr>
          <p:txBody>
            <a:bodyPr wrap="square" rtlCol="0">
              <a:spAutoFit/>
            </a:bodyPr>
            <a:lstStyle/>
            <a:p>
              <a:pPr algn="r">
                <a:lnSpc>
                  <a:spcPct val="150000"/>
                </a:lnSpc>
              </a:pPr>
              <a:r>
                <a:rPr lang="zh-CN" altLang="en-US" sz="110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grpSp>
      <p:grpSp>
        <p:nvGrpSpPr>
          <p:cNvPr id="26" name="组合 25">
            <a:extLst>
              <a:ext uri="{FF2B5EF4-FFF2-40B4-BE49-F238E27FC236}">
                <a16:creationId xmlns:a16="http://schemas.microsoft.com/office/drawing/2014/main" id="{381E2B23-38AB-434E-A179-B6FF1A3363C4}"/>
              </a:ext>
            </a:extLst>
          </p:cNvPr>
          <p:cNvGrpSpPr/>
          <p:nvPr/>
        </p:nvGrpSpPr>
        <p:grpSpPr>
          <a:xfrm>
            <a:off x="3558001" y="1215596"/>
            <a:ext cx="5076000" cy="5076000"/>
            <a:chOff x="3558001" y="1215596"/>
            <a:chExt cx="5076000" cy="5076000"/>
          </a:xfrm>
        </p:grpSpPr>
        <p:sp>
          <p:nvSpPr>
            <p:cNvPr id="27" name="圆角矩形 7">
              <a:extLst>
                <a:ext uri="{FF2B5EF4-FFF2-40B4-BE49-F238E27FC236}">
                  <a16:creationId xmlns:a16="http://schemas.microsoft.com/office/drawing/2014/main" id="{187ED99A-10AB-4B43-B0A8-BD30F650EA12}"/>
                </a:ext>
              </a:extLst>
            </p:cNvPr>
            <p:cNvSpPr/>
            <p:nvPr/>
          </p:nvSpPr>
          <p:spPr>
            <a:xfrm rot="2700000">
              <a:off x="3558001" y="3132596"/>
              <a:ext cx="5076000" cy="1242000"/>
            </a:xfrm>
            <a:prstGeom prst="roundRect">
              <a:avLst>
                <a:gd name="adj" fmla="val 50000"/>
              </a:avLst>
            </a:prstGeom>
            <a:solidFill>
              <a:srgbClr val="D61D3D"/>
            </a:solidFill>
            <a:ln w="25400">
              <a:solidFill>
                <a:srgbClr val="D41F3E">
                  <a:alpha val="6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8">
              <a:extLst>
                <a:ext uri="{FF2B5EF4-FFF2-40B4-BE49-F238E27FC236}">
                  <a16:creationId xmlns:a16="http://schemas.microsoft.com/office/drawing/2014/main" id="{BBF040F3-7BD5-4BB1-8261-D2C8434512FE}"/>
                </a:ext>
              </a:extLst>
            </p:cNvPr>
            <p:cNvSpPr/>
            <p:nvPr/>
          </p:nvSpPr>
          <p:spPr>
            <a:xfrm rot="18900000" flipH="1">
              <a:off x="3558001" y="3132596"/>
              <a:ext cx="5076000" cy="1242000"/>
            </a:xfrm>
            <a:prstGeom prst="roundRect">
              <a:avLst>
                <a:gd name="adj" fmla="val 50000"/>
              </a:avLst>
            </a:prstGeom>
            <a:solidFill>
              <a:srgbClr val="D61D3D"/>
            </a:solidFill>
            <a:ln w="25400">
              <a:solidFill>
                <a:srgbClr val="D41F3E">
                  <a:alpha val="6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a:extLst>
                <a:ext uri="{FF2B5EF4-FFF2-40B4-BE49-F238E27FC236}">
                  <a16:creationId xmlns:a16="http://schemas.microsoft.com/office/drawing/2014/main" id="{216116E3-0CCF-4AC1-9D57-DA7A8617DF01}"/>
                </a:ext>
              </a:extLst>
            </p:cNvPr>
            <p:cNvSpPr/>
            <p:nvPr/>
          </p:nvSpPr>
          <p:spPr>
            <a:xfrm>
              <a:off x="5097544" y="2755140"/>
              <a:ext cx="1996912" cy="1996912"/>
            </a:xfrm>
            <a:prstGeom prst="ellipse">
              <a:avLst/>
            </a:prstGeom>
            <a:solidFill>
              <a:srgbClr val="3F3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FA75CB51-92D6-4DCD-A298-554314154687}"/>
                </a:ext>
              </a:extLst>
            </p:cNvPr>
            <p:cNvSpPr/>
            <p:nvPr/>
          </p:nvSpPr>
          <p:spPr>
            <a:xfrm>
              <a:off x="5475000" y="3132596"/>
              <a:ext cx="1242000" cy="124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68FBAD4A-194B-47B4-B583-1BC85EBAC571}"/>
                </a:ext>
              </a:extLst>
            </p:cNvPr>
            <p:cNvGrpSpPr/>
            <p:nvPr/>
          </p:nvGrpSpPr>
          <p:grpSpPr>
            <a:xfrm>
              <a:off x="4479690" y="2161380"/>
              <a:ext cx="420680" cy="419756"/>
              <a:chOff x="3721100" y="-804863"/>
              <a:chExt cx="722313" cy="720725"/>
            </a:xfrm>
            <a:solidFill>
              <a:schemeClr val="bg1"/>
            </a:solidFill>
          </p:grpSpPr>
          <p:sp>
            <p:nvSpPr>
              <p:cNvPr id="35" name="Freeform 5">
                <a:extLst>
                  <a:ext uri="{FF2B5EF4-FFF2-40B4-BE49-F238E27FC236}">
                    <a16:creationId xmlns:a16="http://schemas.microsoft.com/office/drawing/2014/main" id="{A82E2E6B-70CD-4B89-A570-4397640E8635}"/>
                  </a:ext>
                </a:extLst>
              </p:cNvPr>
              <p:cNvSpPr>
                <a:spLocks noEditPoints="1"/>
              </p:cNvSpPr>
              <p:nvPr/>
            </p:nvSpPr>
            <p:spPr bwMode="auto">
              <a:xfrm>
                <a:off x="4060825" y="-466726"/>
                <a:ext cx="241300" cy="174625"/>
              </a:xfrm>
              <a:custGeom>
                <a:avLst/>
                <a:gdLst>
                  <a:gd name="T0" fmla="*/ 961 w 1104"/>
                  <a:gd name="T1" fmla="*/ 565 h 792"/>
                  <a:gd name="T2" fmla="*/ 121 w 1104"/>
                  <a:gd name="T3" fmla="*/ 565 h 792"/>
                  <a:gd name="T4" fmla="*/ 21 w 1104"/>
                  <a:gd name="T5" fmla="*/ 621 h 792"/>
                  <a:gd name="T6" fmla="*/ 21 w 1104"/>
                  <a:gd name="T7" fmla="*/ 736 h 792"/>
                  <a:gd name="T8" fmla="*/ 121 w 1104"/>
                  <a:gd name="T9" fmla="*/ 792 h 792"/>
                  <a:gd name="T10" fmla="*/ 961 w 1104"/>
                  <a:gd name="T11" fmla="*/ 792 h 792"/>
                  <a:gd name="T12" fmla="*/ 1061 w 1104"/>
                  <a:gd name="T13" fmla="*/ 736 h 792"/>
                  <a:gd name="T14" fmla="*/ 1061 w 1104"/>
                  <a:gd name="T15" fmla="*/ 621 h 792"/>
                  <a:gd name="T16" fmla="*/ 961 w 1104"/>
                  <a:gd name="T17" fmla="*/ 565 h 792"/>
                  <a:gd name="T18" fmla="*/ 984 w 1104"/>
                  <a:gd name="T19" fmla="*/ 1 h 792"/>
                  <a:gd name="T20" fmla="*/ 314 w 1104"/>
                  <a:gd name="T21" fmla="*/ 1 h 792"/>
                  <a:gd name="T22" fmla="*/ 214 w 1104"/>
                  <a:gd name="T23" fmla="*/ 57 h 792"/>
                  <a:gd name="T24" fmla="*/ 214 w 1104"/>
                  <a:gd name="T25" fmla="*/ 171 h 792"/>
                  <a:gd name="T26" fmla="*/ 314 w 1104"/>
                  <a:gd name="T27" fmla="*/ 227 h 792"/>
                  <a:gd name="T28" fmla="*/ 984 w 1104"/>
                  <a:gd name="T29" fmla="*/ 227 h 792"/>
                  <a:gd name="T30" fmla="*/ 1084 w 1104"/>
                  <a:gd name="T31" fmla="*/ 171 h 792"/>
                  <a:gd name="T32" fmla="*/ 1084 w 1104"/>
                  <a:gd name="T33" fmla="*/ 57 h 792"/>
                  <a:gd name="T34" fmla="*/ 984 w 1104"/>
                  <a:gd name="T35" fmla="*/ 1 h 792"/>
                  <a:gd name="T36" fmla="*/ 984 w 1104"/>
                  <a:gd name="T37" fmla="*/ 1 h 792"/>
                  <a:gd name="T38" fmla="*/ 984 w 1104"/>
                  <a:gd name="T39" fmla="*/ 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4" h="792">
                    <a:moveTo>
                      <a:pt x="961" y="565"/>
                    </a:moveTo>
                    <a:cubicBezTo>
                      <a:pt x="121" y="565"/>
                      <a:pt x="121" y="565"/>
                      <a:pt x="121" y="565"/>
                    </a:cubicBezTo>
                    <a:cubicBezTo>
                      <a:pt x="80" y="564"/>
                      <a:pt x="42" y="586"/>
                      <a:pt x="21" y="621"/>
                    </a:cubicBezTo>
                    <a:cubicBezTo>
                      <a:pt x="0" y="657"/>
                      <a:pt x="0" y="700"/>
                      <a:pt x="21" y="736"/>
                    </a:cubicBezTo>
                    <a:cubicBezTo>
                      <a:pt x="42" y="771"/>
                      <a:pt x="80" y="792"/>
                      <a:pt x="121" y="792"/>
                    </a:cubicBezTo>
                    <a:cubicBezTo>
                      <a:pt x="961" y="792"/>
                      <a:pt x="961" y="792"/>
                      <a:pt x="961" y="792"/>
                    </a:cubicBezTo>
                    <a:cubicBezTo>
                      <a:pt x="1002" y="792"/>
                      <a:pt x="1040" y="771"/>
                      <a:pt x="1061" y="736"/>
                    </a:cubicBezTo>
                    <a:cubicBezTo>
                      <a:pt x="1082" y="700"/>
                      <a:pt x="1082" y="657"/>
                      <a:pt x="1061" y="621"/>
                    </a:cubicBezTo>
                    <a:cubicBezTo>
                      <a:pt x="1040" y="586"/>
                      <a:pt x="1002" y="564"/>
                      <a:pt x="961" y="565"/>
                    </a:cubicBezTo>
                    <a:close/>
                    <a:moveTo>
                      <a:pt x="984" y="1"/>
                    </a:moveTo>
                    <a:cubicBezTo>
                      <a:pt x="314" y="1"/>
                      <a:pt x="314" y="1"/>
                      <a:pt x="314" y="1"/>
                    </a:cubicBezTo>
                    <a:cubicBezTo>
                      <a:pt x="273" y="0"/>
                      <a:pt x="235" y="21"/>
                      <a:pt x="214" y="57"/>
                    </a:cubicBezTo>
                    <a:cubicBezTo>
                      <a:pt x="194" y="92"/>
                      <a:pt x="194" y="136"/>
                      <a:pt x="214" y="171"/>
                    </a:cubicBezTo>
                    <a:cubicBezTo>
                      <a:pt x="235" y="207"/>
                      <a:pt x="273" y="228"/>
                      <a:pt x="314" y="227"/>
                    </a:cubicBezTo>
                    <a:cubicBezTo>
                      <a:pt x="984" y="227"/>
                      <a:pt x="984" y="227"/>
                      <a:pt x="984" y="227"/>
                    </a:cubicBezTo>
                    <a:cubicBezTo>
                      <a:pt x="1025" y="228"/>
                      <a:pt x="1063" y="207"/>
                      <a:pt x="1084" y="171"/>
                    </a:cubicBezTo>
                    <a:cubicBezTo>
                      <a:pt x="1104" y="136"/>
                      <a:pt x="1104" y="92"/>
                      <a:pt x="1084" y="57"/>
                    </a:cubicBezTo>
                    <a:cubicBezTo>
                      <a:pt x="1063" y="21"/>
                      <a:pt x="1025" y="0"/>
                      <a:pt x="984" y="1"/>
                    </a:cubicBezTo>
                    <a:close/>
                    <a:moveTo>
                      <a:pt x="984" y="1"/>
                    </a:moveTo>
                    <a:cubicBezTo>
                      <a:pt x="984" y="1"/>
                      <a:pt x="984" y="1"/>
                      <a:pt x="98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6">
                <a:extLst>
                  <a:ext uri="{FF2B5EF4-FFF2-40B4-BE49-F238E27FC236}">
                    <a16:creationId xmlns:a16="http://schemas.microsoft.com/office/drawing/2014/main" id="{CBB9F1A7-416A-471B-BF15-D7617A04B51E}"/>
                  </a:ext>
                </a:extLst>
              </p:cNvPr>
              <p:cNvSpPr>
                <a:spLocks noEditPoints="1"/>
              </p:cNvSpPr>
              <p:nvPr/>
            </p:nvSpPr>
            <p:spPr bwMode="auto">
              <a:xfrm>
                <a:off x="3871913" y="-804863"/>
                <a:ext cx="571500" cy="695325"/>
              </a:xfrm>
              <a:custGeom>
                <a:avLst/>
                <a:gdLst>
                  <a:gd name="T0" fmla="*/ 1812 w 2606"/>
                  <a:gd name="T1" fmla="*/ 0 h 3167"/>
                  <a:gd name="T2" fmla="*/ 451 w 2606"/>
                  <a:gd name="T3" fmla="*/ 0 h 3167"/>
                  <a:gd name="T4" fmla="*/ 0 w 2606"/>
                  <a:gd name="T5" fmla="*/ 409 h 3167"/>
                  <a:gd name="T6" fmla="*/ 0 w 2606"/>
                  <a:gd name="T7" fmla="*/ 664 h 3167"/>
                  <a:gd name="T8" fmla="*/ 0 w 2606"/>
                  <a:gd name="T9" fmla="*/ 664 h 3167"/>
                  <a:gd name="T10" fmla="*/ 0 w 2606"/>
                  <a:gd name="T11" fmla="*/ 818 h 3167"/>
                  <a:gd name="T12" fmla="*/ 243 w 2606"/>
                  <a:gd name="T13" fmla="*/ 692 h 3167"/>
                  <a:gd name="T14" fmla="*/ 243 w 2606"/>
                  <a:gd name="T15" fmla="*/ 449 h 3167"/>
                  <a:gd name="T16" fmla="*/ 452 w 2606"/>
                  <a:gd name="T17" fmla="*/ 226 h 3167"/>
                  <a:gd name="T18" fmla="*/ 1586 w 2606"/>
                  <a:gd name="T19" fmla="*/ 226 h 3167"/>
                  <a:gd name="T20" fmla="*/ 1586 w 2606"/>
                  <a:gd name="T21" fmla="*/ 681 h 3167"/>
                  <a:gd name="T22" fmla="*/ 2040 w 2606"/>
                  <a:gd name="T23" fmla="*/ 1131 h 3167"/>
                  <a:gd name="T24" fmla="*/ 2380 w 2606"/>
                  <a:gd name="T25" fmla="*/ 1131 h 3167"/>
                  <a:gd name="T26" fmla="*/ 2380 w 2606"/>
                  <a:gd name="T27" fmla="*/ 2714 h 3167"/>
                  <a:gd name="T28" fmla="*/ 2153 w 2606"/>
                  <a:gd name="T29" fmla="*/ 2940 h 3167"/>
                  <a:gd name="T30" fmla="*/ 1745 w 2606"/>
                  <a:gd name="T31" fmla="*/ 2940 h 3167"/>
                  <a:gd name="T32" fmla="*/ 1745 w 2606"/>
                  <a:gd name="T33" fmla="*/ 3012 h 3167"/>
                  <a:gd name="T34" fmla="*/ 1745 w 2606"/>
                  <a:gd name="T35" fmla="*/ 3167 h 3167"/>
                  <a:gd name="T36" fmla="*/ 2153 w 2606"/>
                  <a:gd name="T37" fmla="*/ 3167 h 3167"/>
                  <a:gd name="T38" fmla="*/ 2606 w 2606"/>
                  <a:gd name="T39" fmla="*/ 2714 h 3167"/>
                  <a:gd name="T40" fmla="*/ 2606 w 2606"/>
                  <a:gd name="T41" fmla="*/ 908 h 3167"/>
                  <a:gd name="T42" fmla="*/ 1812 w 2606"/>
                  <a:gd name="T43" fmla="*/ 0 h 3167"/>
                  <a:gd name="T44" fmla="*/ 2039 w 2606"/>
                  <a:gd name="T45" fmla="*/ 904 h 3167"/>
                  <a:gd name="T46" fmla="*/ 1813 w 2606"/>
                  <a:gd name="T47" fmla="*/ 567 h 3167"/>
                  <a:gd name="T48" fmla="*/ 1813 w 2606"/>
                  <a:gd name="T49" fmla="*/ 229 h 3167"/>
                  <a:gd name="T50" fmla="*/ 2379 w 2606"/>
                  <a:gd name="T51" fmla="*/ 904 h 3167"/>
                  <a:gd name="T52" fmla="*/ 2039 w 2606"/>
                  <a:gd name="T53" fmla="*/ 904 h 3167"/>
                  <a:gd name="T54" fmla="*/ 2039 w 2606"/>
                  <a:gd name="T55" fmla="*/ 904 h 3167"/>
                  <a:gd name="T56" fmla="*/ 2039 w 2606"/>
                  <a:gd name="T57" fmla="*/ 904 h 3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06" h="3167">
                    <a:moveTo>
                      <a:pt x="1812" y="0"/>
                    </a:moveTo>
                    <a:cubicBezTo>
                      <a:pt x="451" y="0"/>
                      <a:pt x="451" y="0"/>
                      <a:pt x="451" y="0"/>
                    </a:cubicBezTo>
                    <a:cubicBezTo>
                      <a:pt x="226" y="0"/>
                      <a:pt x="24" y="193"/>
                      <a:pt x="0" y="409"/>
                    </a:cubicBezTo>
                    <a:cubicBezTo>
                      <a:pt x="0" y="664"/>
                      <a:pt x="0" y="664"/>
                      <a:pt x="0" y="664"/>
                    </a:cubicBezTo>
                    <a:cubicBezTo>
                      <a:pt x="0" y="664"/>
                      <a:pt x="0" y="664"/>
                      <a:pt x="0" y="664"/>
                    </a:cubicBezTo>
                    <a:cubicBezTo>
                      <a:pt x="0" y="818"/>
                      <a:pt x="0" y="818"/>
                      <a:pt x="0" y="818"/>
                    </a:cubicBezTo>
                    <a:cubicBezTo>
                      <a:pt x="75" y="760"/>
                      <a:pt x="148" y="725"/>
                      <a:pt x="243" y="692"/>
                    </a:cubicBezTo>
                    <a:cubicBezTo>
                      <a:pt x="243" y="449"/>
                      <a:pt x="243" y="449"/>
                      <a:pt x="243" y="449"/>
                    </a:cubicBezTo>
                    <a:cubicBezTo>
                      <a:pt x="243" y="333"/>
                      <a:pt x="332" y="226"/>
                      <a:pt x="452" y="226"/>
                    </a:cubicBezTo>
                    <a:cubicBezTo>
                      <a:pt x="1586" y="226"/>
                      <a:pt x="1586" y="226"/>
                      <a:pt x="1586" y="226"/>
                    </a:cubicBezTo>
                    <a:cubicBezTo>
                      <a:pt x="1585" y="486"/>
                      <a:pt x="1586" y="681"/>
                      <a:pt x="1586" y="681"/>
                    </a:cubicBezTo>
                    <a:cubicBezTo>
                      <a:pt x="1586" y="916"/>
                      <a:pt x="1798" y="1131"/>
                      <a:pt x="2040" y="1131"/>
                    </a:cubicBezTo>
                    <a:cubicBezTo>
                      <a:pt x="2380" y="1131"/>
                      <a:pt x="2380" y="1131"/>
                      <a:pt x="2380" y="1131"/>
                    </a:cubicBezTo>
                    <a:cubicBezTo>
                      <a:pt x="2380" y="2714"/>
                      <a:pt x="2380" y="2714"/>
                      <a:pt x="2380" y="2714"/>
                    </a:cubicBezTo>
                    <a:cubicBezTo>
                      <a:pt x="2380" y="2829"/>
                      <a:pt x="2272" y="2940"/>
                      <a:pt x="2153" y="2940"/>
                    </a:cubicBezTo>
                    <a:cubicBezTo>
                      <a:pt x="1745" y="2940"/>
                      <a:pt x="1745" y="2940"/>
                      <a:pt x="1745" y="2940"/>
                    </a:cubicBezTo>
                    <a:cubicBezTo>
                      <a:pt x="1745" y="2986"/>
                      <a:pt x="1745" y="2985"/>
                      <a:pt x="1745" y="3012"/>
                    </a:cubicBezTo>
                    <a:cubicBezTo>
                      <a:pt x="1745" y="3167"/>
                      <a:pt x="1745" y="3167"/>
                      <a:pt x="1745" y="3167"/>
                    </a:cubicBezTo>
                    <a:cubicBezTo>
                      <a:pt x="2153" y="3167"/>
                      <a:pt x="2153" y="3167"/>
                      <a:pt x="2153" y="3167"/>
                    </a:cubicBezTo>
                    <a:cubicBezTo>
                      <a:pt x="2392" y="3167"/>
                      <a:pt x="2606" y="2947"/>
                      <a:pt x="2606" y="2714"/>
                    </a:cubicBezTo>
                    <a:cubicBezTo>
                      <a:pt x="2606" y="908"/>
                      <a:pt x="2606" y="908"/>
                      <a:pt x="2606" y="908"/>
                    </a:cubicBezTo>
                    <a:lnTo>
                      <a:pt x="1812" y="0"/>
                    </a:lnTo>
                    <a:close/>
                    <a:moveTo>
                      <a:pt x="2039" y="904"/>
                    </a:moveTo>
                    <a:cubicBezTo>
                      <a:pt x="1919" y="904"/>
                      <a:pt x="1813" y="685"/>
                      <a:pt x="1813" y="567"/>
                    </a:cubicBezTo>
                    <a:cubicBezTo>
                      <a:pt x="1813" y="229"/>
                      <a:pt x="1813" y="229"/>
                      <a:pt x="1813" y="229"/>
                    </a:cubicBezTo>
                    <a:cubicBezTo>
                      <a:pt x="2379" y="904"/>
                      <a:pt x="2379" y="904"/>
                      <a:pt x="2379" y="904"/>
                    </a:cubicBezTo>
                    <a:lnTo>
                      <a:pt x="2039" y="904"/>
                    </a:lnTo>
                    <a:close/>
                    <a:moveTo>
                      <a:pt x="2039" y="904"/>
                    </a:moveTo>
                    <a:cubicBezTo>
                      <a:pt x="2039" y="904"/>
                      <a:pt x="2039" y="904"/>
                      <a:pt x="2039" y="90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7">
                <a:extLst>
                  <a:ext uri="{FF2B5EF4-FFF2-40B4-BE49-F238E27FC236}">
                    <a16:creationId xmlns:a16="http://schemas.microsoft.com/office/drawing/2014/main" id="{855A2468-0979-4513-9EEC-1D07103D6369}"/>
                  </a:ext>
                </a:extLst>
              </p:cNvPr>
              <p:cNvSpPr>
                <a:spLocks noEditPoints="1"/>
              </p:cNvSpPr>
              <p:nvPr/>
            </p:nvSpPr>
            <p:spPr bwMode="auto">
              <a:xfrm>
                <a:off x="3721100" y="-644526"/>
                <a:ext cx="517525" cy="560388"/>
              </a:xfrm>
              <a:custGeom>
                <a:avLst/>
                <a:gdLst>
                  <a:gd name="T0" fmla="*/ 2201 w 2361"/>
                  <a:gd name="T1" fmla="*/ 1991 h 2549"/>
                  <a:gd name="T2" fmla="*/ 1607 w 2361"/>
                  <a:gd name="T3" fmla="*/ 1662 h 2549"/>
                  <a:gd name="T4" fmla="*/ 1888 w 2361"/>
                  <a:gd name="T5" fmla="*/ 956 h 2549"/>
                  <a:gd name="T6" fmla="*/ 1888 w 2361"/>
                  <a:gd name="T7" fmla="*/ 558 h 2549"/>
                  <a:gd name="T8" fmla="*/ 1185 w 2361"/>
                  <a:gd name="T9" fmla="*/ 0 h 2549"/>
                  <a:gd name="T10" fmla="*/ 473 w 2361"/>
                  <a:gd name="T11" fmla="*/ 558 h 2549"/>
                  <a:gd name="T12" fmla="*/ 473 w 2361"/>
                  <a:gd name="T13" fmla="*/ 956 h 2549"/>
                  <a:gd name="T14" fmla="*/ 770 w 2361"/>
                  <a:gd name="T15" fmla="*/ 1661 h 2549"/>
                  <a:gd name="T16" fmla="*/ 160 w 2361"/>
                  <a:gd name="T17" fmla="*/ 1991 h 2549"/>
                  <a:gd name="T18" fmla="*/ 1 w 2361"/>
                  <a:gd name="T19" fmla="*/ 2150 h 2549"/>
                  <a:gd name="T20" fmla="*/ 1 w 2361"/>
                  <a:gd name="T21" fmla="*/ 2390 h 2549"/>
                  <a:gd name="T22" fmla="*/ 47 w 2361"/>
                  <a:gd name="T23" fmla="*/ 2502 h 2549"/>
                  <a:gd name="T24" fmla="*/ 160 w 2361"/>
                  <a:gd name="T25" fmla="*/ 2549 h 2549"/>
                  <a:gd name="T26" fmla="*/ 2201 w 2361"/>
                  <a:gd name="T27" fmla="*/ 2549 h 2549"/>
                  <a:gd name="T28" fmla="*/ 2314 w 2361"/>
                  <a:gd name="T29" fmla="*/ 2502 h 2549"/>
                  <a:gd name="T30" fmla="*/ 2361 w 2361"/>
                  <a:gd name="T31" fmla="*/ 2390 h 2549"/>
                  <a:gd name="T32" fmla="*/ 2361 w 2361"/>
                  <a:gd name="T33" fmla="*/ 2150 h 2549"/>
                  <a:gd name="T34" fmla="*/ 2201 w 2361"/>
                  <a:gd name="T35" fmla="*/ 1991 h 2549"/>
                  <a:gd name="T36" fmla="*/ 189 w 2361"/>
                  <a:gd name="T37" fmla="*/ 2360 h 2549"/>
                  <a:gd name="T38" fmla="*/ 189 w 2361"/>
                  <a:gd name="T39" fmla="*/ 2192 h 2549"/>
                  <a:gd name="T40" fmla="*/ 237 w 2361"/>
                  <a:gd name="T41" fmla="*/ 2163 h 2549"/>
                  <a:gd name="T42" fmla="*/ 250 w 2361"/>
                  <a:gd name="T43" fmla="*/ 2157 h 2549"/>
                  <a:gd name="T44" fmla="*/ 859 w 2361"/>
                  <a:gd name="T45" fmla="*/ 1826 h 2549"/>
                  <a:gd name="T46" fmla="*/ 958 w 2361"/>
                  <a:gd name="T47" fmla="*/ 1678 h 2549"/>
                  <a:gd name="T48" fmla="*/ 888 w 2361"/>
                  <a:gd name="T49" fmla="*/ 1514 h 2549"/>
                  <a:gd name="T50" fmla="*/ 661 w 2361"/>
                  <a:gd name="T51" fmla="*/ 956 h 2549"/>
                  <a:gd name="T52" fmla="*/ 661 w 2361"/>
                  <a:gd name="T53" fmla="*/ 558 h 2549"/>
                  <a:gd name="T54" fmla="*/ 1185 w 2361"/>
                  <a:gd name="T55" fmla="*/ 189 h 2549"/>
                  <a:gd name="T56" fmla="*/ 1699 w 2361"/>
                  <a:gd name="T57" fmla="*/ 558 h 2549"/>
                  <a:gd name="T58" fmla="*/ 1699 w 2361"/>
                  <a:gd name="T59" fmla="*/ 956 h 2549"/>
                  <a:gd name="T60" fmla="*/ 1490 w 2361"/>
                  <a:gd name="T61" fmla="*/ 1514 h 2549"/>
                  <a:gd name="T62" fmla="*/ 1419 w 2361"/>
                  <a:gd name="T63" fmla="*/ 1678 h 2549"/>
                  <a:gd name="T64" fmla="*/ 1517 w 2361"/>
                  <a:gd name="T65" fmla="*/ 1828 h 2549"/>
                  <a:gd name="T66" fmla="*/ 2111 w 2361"/>
                  <a:gd name="T67" fmla="*/ 2157 h 2549"/>
                  <a:gd name="T68" fmla="*/ 2128 w 2361"/>
                  <a:gd name="T69" fmla="*/ 2165 h 2549"/>
                  <a:gd name="T70" fmla="*/ 2172 w 2361"/>
                  <a:gd name="T71" fmla="*/ 2189 h 2549"/>
                  <a:gd name="T72" fmla="*/ 2172 w 2361"/>
                  <a:gd name="T73" fmla="*/ 2360 h 2549"/>
                  <a:gd name="T74" fmla="*/ 189 w 2361"/>
                  <a:gd name="T75" fmla="*/ 2360 h 2549"/>
                  <a:gd name="T76" fmla="*/ 189 w 2361"/>
                  <a:gd name="T77" fmla="*/ 2360 h 2549"/>
                  <a:gd name="T78" fmla="*/ 189 w 2361"/>
                  <a:gd name="T79" fmla="*/ 2360 h 2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61" h="2549">
                    <a:moveTo>
                      <a:pt x="2201" y="1991"/>
                    </a:moveTo>
                    <a:cubicBezTo>
                      <a:pt x="1607" y="1662"/>
                      <a:pt x="1607" y="1662"/>
                      <a:pt x="1607" y="1662"/>
                    </a:cubicBezTo>
                    <a:cubicBezTo>
                      <a:pt x="1828" y="1489"/>
                      <a:pt x="1888" y="1147"/>
                      <a:pt x="1888" y="956"/>
                    </a:cubicBezTo>
                    <a:cubicBezTo>
                      <a:pt x="1888" y="558"/>
                      <a:pt x="1888" y="558"/>
                      <a:pt x="1888" y="558"/>
                    </a:cubicBezTo>
                    <a:cubicBezTo>
                      <a:pt x="1888" y="294"/>
                      <a:pt x="1537" y="0"/>
                      <a:pt x="1185" y="0"/>
                    </a:cubicBezTo>
                    <a:cubicBezTo>
                      <a:pt x="832" y="0"/>
                      <a:pt x="473" y="294"/>
                      <a:pt x="473" y="558"/>
                    </a:cubicBezTo>
                    <a:cubicBezTo>
                      <a:pt x="473" y="956"/>
                      <a:pt x="473" y="956"/>
                      <a:pt x="473" y="956"/>
                    </a:cubicBezTo>
                    <a:cubicBezTo>
                      <a:pt x="473" y="1130"/>
                      <a:pt x="546" y="1482"/>
                      <a:pt x="770" y="1661"/>
                    </a:cubicBezTo>
                    <a:cubicBezTo>
                      <a:pt x="160" y="1991"/>
                      <a:pt x="160" y="1991"/>
                      <a:pt x="160" y="1991"/>
                    </a:cubicBezTo>
                    <a:cubicBezTo>
                      <a:pt x="160" y="1991"/>
                      <a:pt x="1" y="2062"/>
                      <a:pt x="1" y="2150"/>
                    </a:cubicBezTo>
                    <a:cubicBezTo>
                      <a:pt x="1" y="2390"/>
                      <a:pt x="1" y="2390"/>
                      <a:pt x="1" y="2390"/>
                    </a:cubicBezTo>
                    <a:cubicBezTo>
                      <a:pt x="0" y="2432"/>
                      <a:pt x="17" y="2472"/>
                      <a:pt x="47" y="2502"/>
                    </a:cubicBezTo>
                    <a:cubicBezTo>
                      <a:pt x="77" y="2532"/>
                      <a:pt x="117" y="2549"/>
                      <a:pt x="160" y="2549"/>
                    </a:cubicBezTo>
                    <a:cubicBezTo>
                      <a:pt x="2201" y="2549"/>
                      <a:pt x="2201" y="2549"/>
                      <a:pt x="2201" y="2549"/>
                    </a:cubicBezTo>
                    <a:cubicBezTo>
                      <a:pt x="2244" y="2549"/>
                      <a:pt x="2284" y="2532"/>
                      <a:pt x="2314" y="2502"/>
                    </a:cubicBezTo>
                    <a:cubicBezTo>
                      <a:pt x="2344" y="2472"/>
                      <a:pt x="2361" y="2432"/>
                      <a:pt x="2361" y="2390"/>
                    </a:cubicBezTo>
                    <a:cubicBezTo>
                      <a:pt x="2361" y="2150"/>
                      <a:pt x="2361" y="2150"/>
                      <a:pt x="2361" y="2150"/>
                    </a:cubicBezTo>
                    <a:cubicBezTo>
                      <a:pt x="2361" y="2057"/>
                      <a:pt x="2201" y="1991"/>
                      <a:pt x="2201" y="1991"/>
                    </a:cubicBezTo>
                    <a:close/>
                    <a:moveTo>
                      <a:pt x="189" y="2360"/>
                    </a:moveTo>
                    <a:cubicBezTo>
                      <a:pt x="189" y="2192"/>
                      <a:pt x="189" y="2192"/>
                      <a:pt x="189" y="2192"/>
                    </a:cubicBezTo>
                    <a:cubicBezTo>
                      <a:pt x="204" y="2181"/>
                      <a:pt x="220" y="2171"/>
                      <a:pt x="237" y="2163"/>
                    </a:cubicBezTo>
                    <a:cubicBezTo>
                      <a:pt x="241" y="2161"/>
                      <a:pt x="245" y="2159"/>
                      <a:pt x="250" y="2157"/>
                    </a:cubicBezTo>
                    <a:cubicBezTo>
                      <a:pt x="859" y="1826"/>
                      <a:pt x="859" y="1826"/>
                      <a:pt x="859" y="1826"/>
                    </a:cubicBezTo>
                    <a:cubicBezTo>
                      <a:pt x="915" y="1796"/>
                      <a:pt x="952" y="1741"/>
                      <a:pt x="958" y="1678"/>
                    </a:cubicBezTo>
                    <a:cubicBezTo>
                      <a:pt x="963" y="1615"/>
                      <a:pt x="937" y="1553"/>
                      <a:pt x="888" y="1514"/>
                    </a:cubicBezTo>
                    <a:cubicBezTo>
                      <a:pt x="729" y="1387"/>
                      <a:pt x="661" y="1106"/>
                      <a:pt x="661" y="956"/>
                    </a:cubicBezTo>
                    <a:cubicBezTo>
                      <a:pt x="661" y="558"/>
                      <a:pt x="661" y="558"/>
                      <a:pt x="661" y="558"/>
                    </a:cubicBezTo>
                    <a:cubicBezTo>
                      <a:pt x="661" y="422"/>
                      <a:pt x="917" y="189"/>
                      <a:pt x="1185" y="189"/>
                    </a:cubicBezTo>
                    <a:cubicBezTo>
                      <a:pt x="1457" y="189"/>
                      <a:pt x="1699" y="419"/>
                      <a:pt x="1699" y="558"/>
                    </a:cubicBezTo>
                    <a:cubicBezTo>
                      <a:pt x="1699" y="956"/>
                      <a:pt x="1699" y="956"/>
                      <a:pt x="1699" y="956"/>
                    </a:cubicBezTo>
                    <a:cubicBezTo>
                      <a:pt x="1699" y="1104"/>
                      <a:pt x="1653" y="1386"/>
                      <a:pt x="1490" y="1514"/>
                    </a:cubicBezTo>
                    <a:cubicBezTo>
                      <a:pt x="1440" y="1553"/>
                      <a:pt x="1414" y="1615"/>
                      <a:pt x="1419" y="1678"/>
                    </a:cubicBezTo>
                    <a:cubicBezTo>
                      <a:pt x="1424" y="1741"/>
                      <a:pt x="1461" y="1797"/>
                      <a:pt x="1517" y="1828"/>
                    </a:cubicBezTo>
                    <a:cubicBezTo>
                      <a:pt x="2111" y="2157"/>
                      <a:pt x="2111" y="2157"/>
                      <a:pt x="2111" y="2157"/>
                    </a:cubicBezTo>
                    <a:cubicBezTo>
                      <a:pt x="2116" y="2160"/>
                      <a:pt x="2123" y="2163"/>
                      <a:pt x="2128" y="2165"/>
                    </a:cubicBezTo>
                    <a:cubicBezTo>
                      <a:pt x="2144" y="2172"/>
                      <a:pt x="2158" y="2180"/>
                      <a:pt x="2172" y="2189"/>
                    </a:cubicBezTo>
                    <a:cubicBezTo>
                      <a:pt x="2172" y="2360"/>
                      <a:pt x="2172" y="2360"/>
                      <a:pt x="2172" y="2360"/>
                    </a:cubicBezTo>
                    <a:cubicBezTo>
                      <a:pt x="189" y="2360"/>
                      <a:pt x="189" y="2360"/>
                      <a:pt x="189" y="2360"/>
                    </a:cubicBezTo>
                    <a:close/>
                    <a:moveTo>
                      <a:pt x="189" y="2360"/>
                    </a:moveTo>
                    <a:cubicBezTo>
                      <a:pt x="189" y="2360"/>
                      <a:pt x="189" y="2360"/>
                      <a:pt x="189" y="23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2" name="Freeform 11">
              <a:extLst>
                <a:ext uri="{FF2B5EF4-FFF2-40B4-BE49-F238E27FC236}">
                  <a16:creationId xmlns:a16="http://schemas.microsoft.com/office/drawing/2014/main" id="{F4FD9D87-F9A5-47BA-8FDF-43F33D5CD1C3}"/>
                </a:ext>
              </a:extLst>
            </p:cNvPr>
            <p:cNvSpPr>
              <a:spLocks noEditPoints="1"/>
            </p:cNvSpPr>
            <p:nvPr/>
          </p:nvSpPr>
          <p:spPr bwMode="auto">
            <a:xfrm>
              <a:off x="7240364" y="4929036"/>
              <a:ext cx="421606" cy="418832"/>
            </a:xfrm>
            <a:custGeom>
              <a:avLst/>
              <a:gdLst>
                <a:gd name="T0" fmla="*/ 1819 w 2881"/>
                <a:gd name="T1" fmla="*/ 1849 h 2857"/>
                <a:gd name="T2" fmla="*/ 1380 w 2881"/>
                <a:gd name="T3" fmla="*/ 1410 h 2857"/>
                <a:gd name="T4" fmla="*/ 2696 w 2881"/>
                <a:gd name="T5" fmla="*/ 446 h 2857"/>
                <a:gd name="T6" fmla="*/ 2784 w 2881"/>
                <a:gd name="T7" fmla="*/ 885 h 2857"/>
                <a:gd name="T8" fmla="*/ 1751 w 2881"/>
                <a:gd name="T9" fmla="*/ 1740 h 2857"/>
                <a:gd name="T10" fmla="*/ 1512 w 2881"/>
                <a:gd name="T11" fmla="*/ 1453 h 2857"/>
                <a:gd name="T12" fmla="*/ 1329 w 2881"/>
                <a:gd name="T13" fmla="*/ 1898 h 2857"/>
                <a:gd name="T14" fmla="*/ 1863 w 2881"/>
                <a:gd name="T15" fmla="*/ 1629 h 2857"/>
                <a:gd name="T16" fmla="*/ 2256 w 2881"/>
                <a:gd name="T17" fmla="*/ 709 h 2857"/>
                <a:gd name="T18" fmla="*/ 2696 w 2881"/>
                <a:gd name="T19" fmla="*/ 620 h 2857"/>
                <a:gd name="T20" fmla="*/ 2433 w 2881"/>
                <a:gd name="T21" fmla="*/ 532 h 2857"/>
                <a:gd name="T22" fmla="*/ 2607 w 2881"/>
                <a:gd name="T23" fmla="*/ 884 h 2857"/>
                <a:gd name="T24" fmla="*/ 2696 w 2881"/>
                <a:gd name="T25" fmla="*/ 620 h 2857"/>
                <a:gd name="T26" fmla="*/ 434 w 2881"/>
                <a:gd name="T27" fmla="*/ 2050 h 2857"/>
                <a:gd name="T28" fmla="*/ 998 w 2881"/>
                <a:gd name="T29" fmla="*/ 2174 h 2857"/>
                <a:gd name="T30" fmla="*/ 1139 w 2881"/>
                <a:gd name="T31" fmla="*/ 1801 h 2857"/>
                <a:gd name="T32" fmla="*/ 434 w 2881"/>
                <a:gd name="T33" fmla="*/ 1677 h 2857"/>
                <a:gd name="T34" fmla="*/ 1139 w 2881"/>
                <a:gd name="T35" fmla="*/ 1801 h 2857"/>
                <a:gd name="T36" fmla="*/ 1055 w 2881"/>
                <a:gd name="T37" fmla="*/ 932 h 2857"/>
                <a:gd name="T38" fmla="*/ 434 w 2881"/>
                <a:gd name="T39" fmla="*/ 1056 h 2857"/>
                <a:gd name="T40" fmla="*/ 1055 w 2881"/>
                <a:gd name="T41" fmla="*/ 1429 h 2857"/>
                <a:gd name="T42" fmla="*/ 434 w 2881"/>
                <a:gd name="T43" fmla="*/ 1304 h 2857"/>
                <a:gd name="T44" fmla="*/ 1055 w 2881"/>
                <a:gd name="T45" fmla="*/ 1429 h 2857"/>
                <a:gd name="T46" fmla="*/ 1800 w 2881"/>
                <a:gd name="T47" fmla="*/ 2174 h 2857"/>
                <a:gd name="T48" fmla="*/ 1530 w 2881"/>
                <a:gd name="T49" fmla="*/ 2050 h 2857"/>
                <a:gd name="T50" fmla="*/ 1490 w 2881"/>
                <a:gd name="T51" fmla="*/ 228 h 2857"/>
                <a:gd name="T52" fmla="*/ 1614 w 2881"/>
                <a:gd name="T53" fmla="*/ 808 h 2857"/>
                <a:gd name="T54" fmla="*/ 1682 w 2881"/>
                <a:gd name="T55" fmla="*/ 932 h 2857"/>
                <a:gd name="T56" fmla="*/ 1366 w 2881"/>
                <a:gd name="T57" fmla="*/ 684 h 2857"/>
                <a:gd name="T58" fmla="*/ 248 w 2881"/>
                <a:gd name="T59" fmla="*/ 125 h 2857"/>
                <a:gd name="T60" fmla="*/ 124 w 2881"/>
                <a:gd name="T61" fmla="*/ 2608 h 2857"/>
                <a:gd name="T62" fmla="*/ 1987 w 2881"/>
                <a:gd name="T63" fmla="*/ 2733 h 2857"/>
                <a:gd name="T64" fmla="*/ 2111 w 2881"/>
                <a:gd name="T65" fmla="*/ 1733 h 2857"/>
                <a:gd name="T66" fmla="*/ 2235 w 2881"/>
                <a:gd name="T67" fmla="*/ 2608 h 2857"/>
                <a:gd name="T68" fmla="*/ 248 w 2881"/>
                <a:gd name="T69" fmla="*/ 2857 h 2857"/>
                <a:gd name="T70" fmla="*/ 0 w 2881"/>
                <a:gd name="T71" fmla="*/ 249 h 2857"/>
                <a:gd name="T72" fmla="*/ 1450 w 2881"/>
                <a:gd name="T73" fmla="*/ 0 h 2857"/>
                <a:gd name="T74" fmla="*/ 1924 w 2881"/>
                <a:gd name="T75" fmla="*/ 691 h 2857"/>
                <a:gd name="T76" fmla="*/ 1490 w 2881"/>
                <a:gd name="T77" fmla="*/ 228 h 2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81" h="2857">
                  <a:moveTo>
                    <a:pt x="2784" y="885"/>
                  </a:moveTo>
                  <a:cubicBezTo>
                    <a:pt x="1819" y="1849"/>
                    <a:pt x="1819" y="1849"/>
                    <a:pt x="1819" y="1849"/>
                  </a:cubicBezTo>
                  <a:cubicBezTo>
                    <a:pt x="1116" y="2111"/>
                    <a:pt x="1116" y="2111"/>
                    <a:pt x="1116" y="2111"/>
                  </a:cubicBezTo>
                  <a:cubicBezTo>
                    <a:pt x="1380" y="1410"/>
                    <a:pt x="1380" y="1410"/>
                    <a:pt x="1380" y="1410"/>
                  </a:cubicBezTo>
                  <a:cubicBezTo>
                    <a:pt x="2344" y="446"/>
                    <a:pt x="2344" y="446"/>
                    <a:pt x="2344" y="446"/>
                  </a:cubicBezTo>
                  <a:cubicBezTo>
                    <a:pt x="2442" y="349"/>
                    <a:pt x="2599" y="349"/>
                    <a:pt x="2696" y="446"/>
                  </a:cubicBezTo>
                  <a:cubicBezTo>
                    <a:pt x="2784" y="534"/>
                    <a:pt x="2784" y="534"/>
                    <a:pt x="2784" y="534"/>
                  </a:cubicBezTo>
                  <a:cubicBezTo>
                    <a:pt x="2881" y="631"/>
                    <a:pt x="2881" y="788"/>
                    <a:pt x="2784" y="885"/>
                  </a:cubicBezTo>
                  <a:close/>
                  <a:moveTo>
                    <a:pt x="1329" y="1898"/>
                  </a:moveTo>
                  <a:cubicBezTo>
                    <a:pt x="1751" y="1740"/>
                    <a:pt x="1751" y="1740"/>
                    <a:pt x="1751" y="1740"/>
                  </a:cubicBezTo>
                  <a:cubicBezTo>
                    <a:pt x="1775" y="1717"/>
                    <a:pt x="1775" y="1717"/>
                    <a:pt x="1775" y="1717"/>
                  </a:cubicBezTo>
                  <a:cubicBezTo>
                    <a:pt x="1512" y="1453"/>
                    <a:pt x="1512" y="1453"/>
                    <a:pt x="1512" y="1453"/>
                  </a:cubicBezTo>
                  <a:cubicBezTo>
                    <a:pt x="1488" y="1477"/>
                    <a:pt x="1488" y="1477"/>
                    <a:pt x="1488" y="1477"/>
                  </a:cubicBezTo>
                  <a:lnTo>
                    <a:pt x="1329" y="1898"/>
                  </a:lnTo>
                  <a:close/>
                  <a:moveTo>
                    <a:pt x="1599" y="1365"/>
                  </a:moveTo>
                  <a:cubicBezTo>
                    <a:pt x="1863" y="1629"/>
                    <a:pt x="1863" y="1629"/>
                    <a:pt x="1863" y="1629"/>
                  </a:cubicBezTo>
                  <a:cubicBezTo>
                    <a:pt x="2520" y="972"/>
                    <a:pt x="2520" y="972"/>
                    <a:pt x="2520" y="972"/>
                  </a:cubicBezTo>
                  <a:cubicBezTo>
                    <a:pt x="2256" y="709"/>
                    <a:pt x="2256" y="709"/>
                    <a:pt x="2256" y="709"/>
                  </a:cubicBezTo>
                  <a:lnTo>
                    <a:pt x="1599" y="1365"/>
                  </a:lnTo>
                  <a:close/>
                  <a:moveTo>
                    <a:pt x="2696" y="620"/>
                  </a:moveTo>
                  <a:cubicBezTo>
                    <a:pt x="2609" y="532"/>
                    <a:pt x="2609" y="532"/>
                    <a:pt x="2609" y="532"/>
                  </a:cubicBezTo>
                  <a:cubicBezTo>
                    <a:pt x="2560" y="484"/>
                    <a:pt x="2481" y="484"/>
                    <a:pt x="2433" y="532"/>
                  </a:cubicBezTo>
                  <a:cubicBezTo>
                    <a:pt x="2344" y="621"/>
                    <a:pt x="2344" y="621"/>
                    <a:pt x="2344" y="621"/>
                  </a:cubicBezTo>
                  <a:cubicBezTo>
                    <a:pt x="2607" y="884"/>
                    <a:pt x="2607" y="884"/>
                    <a:pt x="2607" y="884"/>
                  </a:cubicBezTo>
                  <a:cubicBezTo>
                    <a:pt x="2696" y="795"/>
                    <a:pt x="2696" y="795"/>
                    <a:pt x="2696" y="795"/>
                  </a:cubicBezTo>
                  <a:cubicBezTo>
                    <a:pt x="2745" y="747"/>
                    <a:pt x="2745" y="668"/>
                    <a:pt x="2696" y="620"/>
                  </a:cubicBezTo>
                  <a:close/>
                  <a:moveTo>
                    <a:pt x="434" y="2174"/>
                  </a:moveTo>
                  <a:cubicBezTo>
                    <a:pt x="434" y="2050"/>
                    <a:pt x="434" y="2050"/>
                    <a:pt x="434" y="2050"/>
                  </a:cubicBezTo>
                  <a:cubicBezTo>
                    <a:pt x="1045" y="2050"/>
                    <a:pt x="1045" y="2050"/>
                    <a:pt x="1045" y="2050"/>
                  </a:cubicBezTo>
                  <a:cubicBezTo>
                    <a:pt x="998" y="2174"/>
                    <a:pt x="998" y="2174"/>
                    <a:pt x="998" y="2174"/>
                  </a:cubicBezTo>
                  <a:lnTo>
                    <a:pt x="434" y="2174"/>
                  </a:lnTo>
                  <a:close/>
                  <a:moveTo>
                    <a:pt x="1139" y="1801"/>
                  </a:moveTo>
                  <a:cubicBezTo>
                    <a:pt x="434" y="1801"/>
                    <a:pt x="434" y="1801"/>
                    <a:pt x="434" y="1801"/>
                  </a:cubicBezTo>
                  <a:cubicBezTo>
                    <a:pt x="434" y="1677"/>
                    <a:pt x="434" y="1677"/>
                    <a:pt x="434" y="1677"/>
                  </a:cubicBezTo>
                  <a:cubicBezTo>
                    <a:pt x="1185" y="1677"/>
                    <a:pt x="1185" y="1677"/>
                    <a:pt x="1185" y="1677"/>
                  </a:cubicBezTo>
                  <a:lnTo>
                    <a:pt x="1139" y="1801"/>
                  </a:lnTo>
                  <a:close/>
                  <a:moveTo>
                    <a:pt x="434" y="932"/>
                  </a:moveTo>
                  <a:cubicBezTo>
                    <a:pt x="1055" y="932"/>
                    <a:pt x="1055" y="932"/>
                    <a:pt x="1055" y="932"/>
                  </a:cubicBezTo>
                  <a:cubicBezTo>
                    <a:pt x="1055" y="1056"/>
                    <a:pt x="1055" y="1056"/>
                    <a:pt x="1055" y="1056"/>
                  </a:cubicBezTo>
                  <a:cubicBezTo>
                    <a:pt x="434" y="1056"/>
                    <a:pt x="434" y="1056"/>
                    <a:pt x="434" y="1056"/>
                  </a:cubicBezTo>
                  <a:lnTo>
                    <a:pt x="434" y="932"/>
                  </a:lnTo>
                  <a:close/>
                  <a:moveTo>
                    <a:pt x="1055" y="1429"/>
                  </a:moveTo>
                  <a:cubicBezTo>
                    <a:pt x="434" y="1429"/>
                    <a:pt x="434" y="1429"/>
                    <a:pt x="434" y="1429"/>
                  </a:cubicBezTo>
                  <a:cubicBezTo>
                    <a:pt x="434" y="1304"/>
                    <a:pt x="434" y="1304"/>
                    <a:pt x="434" y="1304"/>
                  </a:cubicBezTo>
                  <a:cubicBezTo>
                    <a:pt x="1055" y="1304"/>
                    <a:pt x="1055" y="1304"/>
                    <a:pt x="1055" y="1304"/>
                  </a:cubicBezTo>
                  <a:lnTo>
                    <a:pt x="1055" y="1429"/>
                  </a:lnTo>
                  <a:close/>
                  <a:moveTo>
                    <a:pt x="1800" y="2050"/>
                  </a:moveTo>
                  <a:cubicBezTo>
                    <a:pt x="1800" y="2174"/>
                    <a:pt x="1800" y="2174"/>
                    <a:pt x="1800" y="2174"/>
                  </a:cubicBezTo>
                  <a:cubicBezTo>
                    <a:pt x="1197" y="2174"/>
                    <a:pt x="1197" y="2174"/>
                    <a:pt x="1197" y="2174"/>
                  </a:cubicBezTo>
                  <a:cubicBezTo>
                    <a:pt x="1530" y="2050"/>
                    <a:pt x="1530" y="2050"/>
                    <a:pt x="1530" y="2050"/>
                  </a:cubicBezTo>
                  <a:lnTo>
                    <a:pt x="1800" y="2050"/>
                  </a:lnTo>
                  <a:close/>
                  <a:moveTo>
                    <a:pt x="1490" y="228"/>
                  </a:moveTo>
                  <a:cubicBezTo>
                    <a:pt x="1490" y="684"/>
                    <a:pt x="1490" y="684"/>
                    <a:pt x="1490" y="684"/>
                  </a:cubicBezTo>
                  <a:cubicBezTo>
                    <a:pt x="1490" y="752"/>
                    <a:pt x="1545" y="808"/>
                    <a:pt x="1614" y="808"/>
                  </a:cubicBezTo>
                  <a:cubicBezTo>
                    <a:pt x="1807" y="808"/>
                    <a:pt x="1807" y="808"/>
                    <a:pt x="1807" y="808"/>
                  </a:cubicBezTo>
                  <a:cubicBezTo>
                    <a:pt x="1682" y="932"/>
                    <a:pt x="1682" y="932"/>
                    <a:pt x="1682" y="932"/>
                  </a:cubicBezTo>
                  <a:cubicBezTo>
                    <a:pt x="1614" y="932"/>
                    <a:pt x="1614" y="932"/>
                    <a:pt x="1614" y="932"/>
                  </a:cubicBezTo>
                  <a:cubicBezTo>
                    <a:pt x="1477" y="932"/>
                    <a:pt x="1366" y="821"/>
                    <a:pt x="1366" y="684"/>
                  </a:cubicBezTo>
                  <a:cubicBezTo>
                    <a:pt x="1366" y="125"/>
                    <a:pt x="1366" y="125"/>
                    <a:pt x="1366" y="125"/>
                  </a:cubicBezTo>
                  <a:cubicBezTo>
                    <a:pt x="248" y="125"/>
                    <a:pt x="248" y="125"/>
                    <a:pt x="248" y="125"/>
                  </a:cubicBezTo>
                  <a:cubicBezTo>
                    <a:pt x="179" y="125"/>
                    <a:pt x="124" y="180"/>
                    <a:pt x="124" y="249"/>
                  </a:cubicBezTo>
                  <a:cubicBezTo>
                    <a:pt x="124" y="2608"/>
                    <a:pt x="124" y="2608"/>
                    <a:pt x="124" y="2608"/>
                  </a:cubicBezTo>
                  <a:cubicBezTo>
                    <a:pt x="124" y="2677"/>
                    <a:pt x="179" y="2733"/>
                    <a:pt x="248" y="2733"/>
                  </a:cubicBezTo>
                  <a:cubicBezTo>
                    <a:pt x="1987" y="2733"/>
                    <a:pt x="1987" y="2733"/>
                    <a:pt x="1987" y="2733"/>
                  </a:cubicBezTo>
                  <a:cubicBezTo>
                    <a:pt x="2055" y="2733"/>
                    <a:pt x="2111" y="2677"/>
                    <a:pt x="2111" y="2608"/>
                  </a:cubicBezTo>
                  <a:cubicBezTo>
                    <a:pt x="2111" y="1733"/>
                    <a:pt x="2111" y="1733"/>
                    <a:pt x="2111" y="1733"/>
                  </a:cubicBezTo>
                  <a:cubicBezTo>
                    <a:pt x="2235" y="1609"/>
                    <a:pt x="2235" y="1609"/>
                    <a:pt x="2235" y="1609"/>
                  </a:cubicBezTo>
                  <a:cubicBezTo>
                    <a:pt x="2235" y="2608"/>
                    <a:pt x="2235" y="2608"/>
                    <a:pt x="2235" y="2608"/>
                  </a:cubicBezTo>
                  <a:cubicBezTo>
                    <a:pt x="2235" y="2746"/>
                    <a:pt x="2124" y="2857"/>
                    <a:pt x="1987" y="2857"/>
                  </a:cubicBezTo>
                  <a:cubicBezTo>
                    <a:pt x="248" y="2857"/>
                    <a:pt x="248" y="2857"/>
                    <a:pt x="248" y="2857"/>
                  </a:cubicBezTo>
                  <a:cubicBezTo>
                    <a:pt x="111" y="2857"/>
                    <a:pt x="0" y="2746"/>
                    <a:pt x="0" y="2608"/>
                  </a:cubicBezTo>
                  <a:cubicBezTo>
                    <a:pt x="0" y="249"/>
                    <a:pt x="0" y="249"/>
                    <a:pt x="0" y="249"/>
                  </a:cubicBezTo>
                  <a:cubicBezTo>
                    <a:pt x="0" y="112"/>
                    <a:pt x="111" y="0"/>
                    <a:pt x="248" y="0"/>
                  </a:cubicBezTo>
                  <a:cubicBezTo>
                    <a:pt x="1450" y="0"/>
                    <a:pt x="1450" y="0"/>
                    <a:pt x="1450" y="0"/>
                  </a:cubicBezTo>
                  <a:cubicBezTo>
                    <a:pt x="2010" y="604"/>
                    <a:pt x="2010" y="604"/>
                    <a:pt x="2010" y="604"/>
                  </a:cubicBezTo>
                  <a:cubicBezTo>
                    <a:pt x="1924" y="691"/>
                    <a:pt x="1924" y="691"/>
                    <a:pt x="1924" y="691"/>
                  </a:cubicBezTo>
                  <a:lnTo>
                    <a:pt x="1490" y="228"/>
                  </a:lnTo>
                  <a:close/>
                  <a:moveTo>
                    <a:pt x="1490" y="228"/>
                  </a:moveTo>
                  <a:cubicBezTo>
                    <a:pt x="1490" y="228"/>
                    <a:pt x="1490" y="228"/>
                    <a:pt x="1490" y="22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15">
              <a:extLst>
                <a:ext uri="{FF2B5EF4-FFF2-40B4-BE49-F238E27FC236}">
                  <a16:creationId xmlns:a16="http://schemas.microsoft.com/office/drawing/2014/main" id="{B22C4CBE-4F60-4E11-A67C-23A6DB0F96C2}"/>
                </a:ext>
              </a:extLst>
            </p:cNvPr>
            <p:cNvSpPr>
              <a:spLocks noEditPoints="1"/>
            </p:cNvSpPr>
            <p:nvPr/>
          </p:nvSpPr>
          <p:spPr bwMode="auto">
            <a:xfrm>
              <a:off x="7221612" y="2133456"/>
              <a:ext cx="459110" cy="459110"/>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5">
              <a:extLst>
                <a:ext uri="{FF2B5EF4-FFF2-40B4-BE49-F238E27FC236}">
                  <a16:creationId xmlns:a16="http://schemas.microsoft.com/office/drawing/2014/main" id="{0F8A7D8B-A7B1-4395-A851-22F657C5A77A}"/>
                </a:ext>
              </a:extLst>
            </p:cNvPr>
            <p:cNvSpPr>
              <a:spLocks noEditPoints="1"/>
            </p:cNvSpPr>
            <p:nvPr/>
          </p:nvSpPr>
          <p:spPr bwMode="auto">
            <a:xfrm>
              <a:off x="4492901" y="4974756"/>
              <a:ext cx="413511" cy="356232"/>
            </a:xfrm>
            <a:custGeom>
              <a:avLst/>
              <a:gdLst>
                <a:gd name="T0" fmla="*/ 2494 w 2858"/>
                <a:gd name="T1" fmla="*/ 517 h 2456"/>
                <a:gd name="T2" fmla="*/ 2133 w 2858"/>
                <a:gd name="T3" fmla="*/ 517 h 2456"/>
                <a:gd name="T4" fmla="*/ 1978 w 2858"/>
                <a:gd name="T5" fmla="*/ 143 h 2456"/>
                <a:gd name="T6" fmla="*/ 1764 w 2858"/>
                <a:gd name="T7" fmla="*/ 0 h 2456"/>
                <a:gd name="T8" fmla="*/ 1094 w 2858"/>
                <a:gd name="T9" fmla="*/ 0 h 2456"/>
                <a:gd name="T10" fmla="*/ 880 w 2858"/>
                <a:gd name="T11" fmla="*/ 143 h 2456"/>
                <a:gd name="T12" fmla="*/ 725 w 2858"/>
                <a:gd name="T13" fmla="*/ 517 h 2456"/>
                <a:gd name="T14" fmla="*/ 364 w 2858"/>
                <a:gd name="T15" fmla="*/ 517 h 2456"/>
                <a:gd name="T16" fmla="*/ 0 w 2858"/>
                <a:gd name="T17" fmla="*/ 881 h 2456"/>
                <a:gd name="T18" fmla="*/ 0 w 2858"/>
                <a:gd name="T19" fmla="*/ 2092 h 2456"/>
                <a:gd name="T20" fmla="*/ 364 w 2858"/>
                <a:gd name="T21" fmla="*/ 2456 h 2456"/>
                <a:gd name="T22" fmla="*/ 2494 w 2858"/>
                <a:gd name="T23" fmla="*/ 2456 h 2456"/>
                <a:gd name="T24" fmla="*/ 2858 w 2858"/>
                <a:gd name="T25" fmla="*/ 2092 h 2456"/>
                <a:gd name="T26" fmla="*/ 2858 w 2858"/>
                <a:gd name="T27" fmla="*/ 881 h 2456"/>
                <a:gd name="T28" fmla="*/ 2494 w 2858"/>
                <a:gd name="T29" fmla="*/ 517 h 2456"/>
                <a:gd name="T30" fmla="*/ 2726 w 2858"/>
                <a:gd name="T31" fmla="*/ 2092 h 2456"/>
                <a:gd name="T32" fmla="*/ 2494 w 2858"/>
                <a:gd name="T33" fmla="*/ 2323 h 2456"/>
                <a:gd name="T34" fmla="*/ 364 w 2858"/>
                <a:gd name="T35" fmla="*/ 2323 h 2456"/>
                <a:gd name="T36" fmla="*/ 132 w 2858"/>
                <a:gd name="T37" fmla="*/ 2092 h 2456"/>
                <a:gd name="T38" fmla="*/ 132 w 2858"/>
                <a:gd name="T39" fmla="*/ 881 h 2456"/>
                <a:gd name="T40" fmla="*/ 364 w 2858"/>
                <a:gd name="T41" fmla="*/ 649 h 2456"/>
                <a:gd name="T42" fmla="*/ 769 w 2858"/>
                <a:gd name="T43" fmla="*/ 649 h 2456"/>
                <a:gd name="T44" fmla="*/ 830 w 2858"/>
                <a:gd name="T45" fmla="*/ 608 h 2456"/>
                <a:gd name="T46" fmla="*/ 1002 w 2858"/>
                <a:gd name="T47" fmla="*/ 194 h 2456"/>
                <a:gd name="T48" fmla="*/ 1094 w 2858"/>
                <a:gd name="T49" fmla="*/ 133 h 2456"/>
                <a:gd name="T50" fmla="*/ 1764 w 2858"/>
                <a:gd name="T51" fmla="*/ 133 h 2456"/>
                <a:gd name="T52" fmla="*/ 1856 w 2858"/>
                <a:gd name="T53" fmla="*/ 194 h 2456"/>
                <a:gd name="T54" fmla="*/ 2028 w 2858"/>
                <a:gd name="T55" fmla="*/ 608 h 2456"/>
                <a:gd name="T56" fmla="*/ 2089 w 2858"/>
                <a:gd name="T57" fmla="*/ 649 h 2456"/>
                <a:gd name="T58" fmla="*/ 2494 w 2858"/>
                <a:gd name="T59" fmla="*/ 649 h 2456"/>
                <a:gd name="T60" fmla="*/ 2726 w 2858"/>
                <a:gd name="T61" fmla="*/ 881 h 2456"/>
                <a:gd name="T62" fmla="*/ 2726 w 2858"/>
                <a:gd name="T63" fmla="*/ 2092 h 2456"/>
                <a:gd name="T64" fmla="*/ 1429 w 2858"/>
                <a:gd name="T65" fmla="*/ 712 h 2456"/>
                <a:gd name="T66" fmla="*/ 757 w 2858"/>
                <a:gd name="T67" fmla="*/ 1384 h 2456"/>
                <a:gd name="T68" fmla="*/ 1429 w 2858"/>
                <a:gd name="T69" fmla="*/ 2056 h 2456"/>
                <a:gd name="T70" fmla="*/ 2101 w 2858"/>
                <a:gd name="T71" fmla="*/ 1384 h 2456"/>
                <a:gd name="T72" fmla="*/ 1429 w 2858"/>
                <a:gd name="T73" fmla="*/ 712 h 2456"/>
                <a:gd name="T74" fmla="*/ 1429 w 2858"/>
                <a:gd name="T75" fmla="*/ 1924 h 2456"/>
                <a:gd name="T76" fmla="*/ 889 w 2858"/>
                <a:gd name="T77" fmla="*/ 1384 h 2456"/>
                <a:gd name="T78" fmla="*/ 1429 w 2858"/>
                <a:gd name="T79" fmla="*/ 844 h 2456"/>
                <a:gd name="T80" fmla="*/ 1969 w 2858"/>
                <a:gd name="T81" fmla="*/ 1384 h 2456"/>
                <a:gd name="T82" fmla="*/ 1429 w 2858"/>
                <a:gd name="T83" fmla="*/ 1924 h 2456"/>
                <a:gd name="T84" fmla="*/ 1246 w 2858"/>
                <a:gd name="T85" fmla="*/ 1656 h 2456"/>
                <a:gd name="T86" fmla="*/ 1101 w 2858"/>
                <a:gd name="T87" fmla="*/ 1384 h 2456"/>
                <a:gd name="T88" fmla="*/ 1035 w 2858"/>
                <a:gd name="T89" fmla="*/ 1318 h 2456"/>
                <a:gd name="T90" fmla="*/ 968 w 2858"/>
                <a:gd name="T91" fmla="*/ 1384 h 2456"/>
                <a:gd name="T92" fmla="*/ 1171 w 2858"/>
                <a:gd name="T93" fmla="*/ 1766 h 2456"/>
                <a:gd name="T94" fmla="*/ 1208 w 2858"/>
                <a:gd name="T95" fmla="*/ 1777 h 2456"/>
                <a:gd name="T96" fmla="*/ 1263 w 2858"/>
                <a:gd name="T97" fmla="*/ 1748 h 2456"/>
                <a:gd name="T98" fmla="*/ 1246 w 2858"/>
                <a:gd name="T99" fmla="*/ 1656 h 2456"/>
                <a:gd name="T100" fmla="*/ 630 w 2858"/>
                <a:gd name="T101" fmla="*/ 812 h 2456"/>
                <a:gd name="T102" fmla="*/ 352 w 2858"/>
                <a:gd name="T103" fmla="*/ 812 h 2456"/>
                <a:gd name="T104" fmla="*/ 285 w 2858"/>
                <a:gd name="T105" fmla="*/ 878 h 2456"/>
                <a:gd name="T106" fmla="*/ 352 w 2858"/>
                <a:gd name="T107" fmla="*/ 944 h 2456"/>
                <a:gd name="T108" fmla="*/ 630 w 2858"/>
                <a:gd name="T109" fmla="*/ 944 h 2456"/>
                <a:gd name="T110" fmla="*/ 696 w 2858"/>
                <a:gd name="T111" fmla="*/ 878 h 2456"/>
                <a:gd name="T112" fmla="*/ 630 w 2858"/>
                <a:gd name="T113" fmla="*/ 812 h 2456"/>
                <a:gd name="T114" fmla="*/ 630 w 2858"/>
                <a:gd name="T115" fmla="*/ 812 h 2456"/>
                <a:gd name="T116" fmla="*/ 630 w 2858"/>
                <a:gd name="T117" fmla="*/ 812 h 2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8" h="2456">
                  <a:moveTo>
                    <a:pt x="2494" y="517"/>
                  </a:moveTo>
                  <a:cubicBezTo>
                    <a:pt x="2133" y="517"/>
                    <a:pt x="2133" y="517"/>
                    <a:pt x="2133" y="517"/>
                  </a:cubicBezTo>
                  <a:cubicBezTo>
                    <a:pt x="1978" y="143"/>
                    <a:pt x="1978" y="143"/>
                    <a:pt x="1978" y="143"/>
                  </a:cubicBezTo>
                  <a:cubicBezTo>
                    <a:pt x="1942" y="56"/>
                    <a:pt x="1858" y="0"/>
                    <a:pt x="1764" y="0"/>
                  </a:cubicBezTo>
                  <a:cubicBezTo>
                    <a:pt x="1094" y="0"/>
                    <a:pt x="1094" y="0"/>
                    <a:pt x="1094" y="0"/>
                  </a:cubicBezTo>
                  <a:cubicBezTo>
                    <a:pt x="1000" y="0"/>
                    <a:pt x="916" y="56"/>
                    <a:pt x="880" y="143"/>
                  </a:cubicBezTo>
                  <a:cubicBezTo>
                    <a:pt x="725" y="517"/>
                    <a:pt x="725" y="517"/>
                    <a:pt x="725" y="517"/>
                  </a:cubicBezTo>
                  <a:cubicBezTo>
                    <a:pt x="364" y="517"/>
                    <a:pt x="364" y="517"/>
                    <a:pt x="364" y="517"/>
                  </a:cubicBezTo>
                  <a:cubicBezTo>
                    <a:pt x="163" y="517"/>
                    <a:pt x="0" y="680"/>
                    <a:pt x="0" y="881"/>
                  </a:cubicBezTo>
                  <a:cubicBezTo>
                    <a:pt x="0" y="2092"/>
                    <a:pt x="0" y="2092"/>
                    <a:pt x="0" y="2092"/>
                  </a:cubicBezTo>
                  <a:cubicBezTo>
                    <a:pt x="0" y="2292"/>
                    <a:pt x="163" y="2456"/>
                    <a:pt x="364" y="2456"/>
                  </a:cubicBezTo>
                  <a:cubicBezTo>
                    <a:pt x="2494" y="2456"/>
                    <a:pt x="2494" y="2456"/>
                    <a:pt x="2494" y="2456"/>
                  </a:cubicBezTo>
                  <a:cubicBezTo>
                    <a:pt x="2695" y="2456"/>
                    <a:pt x="2858" y="2292"/>
                    <a:pt x="2858" y="2092"/>
                  </a:cubicBezTo>
                  <a:cubicBezTo>
                    <a:pt x="2858" y="881"/>
                    <a:pt x="2858" y="881"/>
                    <a:pt x="2858" y="881"/>
                  </a:cubicBezTo>
                  <a:cubicBezTo>
                    <a:pt x="2858" y="680"/>
                    <a:pt x="2695" y="517"/>
                    <a:pt x="2494" y="517"/>
                  </a:cubicBezTo>
                  <a:close/>
                  <a:moveTo>
                    <a:pt x="2726" y="2092"/>
                  </a:moveTo>
                  <a:cubicBezTo>
                    <a:pt x="2726" y="2219"/>
                    <a:pt x="2622" y="2323"/>
                    <a:pt x="2494" y="2323"/>
                  </a:cubicBezTo>
                  <a:cubicBezTo>
                    <a:pt x="364" y="2323"/>
                    <a:pt x="364" y="2323"/>
                    <a:pt x="364" y="2323"/>
                  </a:cubicBezTo>
                  <a:cubicBezTo>
                    <a:pt x="236" y="2323"/>
                    <a:pt x="132" y="2219"/>
                    <a:pt x="132" y="2092"/>
                  </a:cubicBezTo>
                  <a:cubicBezTo>
                    <a:pt x="132" y="881"/>
                    <a:pt x="132" y="881"/>
                    <a:pt x="132" y="881"/>
                  </a:cubicBezTo>
                  <a:cubicBezTo>
                    <a:pt x="132" y="753"/>
                    <a:pt x="236" y="649"/>
                    <a:pt x="364" y="649"/>
                  </a:cubicBezTo>
                  <a:cubicBezTo>
                    <a:pt x="769" y="649"/>
                    <a:pt x="769" y="649"/>
                    <a:pt x="769" y="649"/>
                  </a:cubicBezTo>
                  <a:cubicBezTo>
                    <a:pt x="796" y="649"/>
                    <a:pt x="820" y="633"/>
                    <a:pt x="830" y="608"/>
                  </a:cubicBezTo>
                  <a:cubicBezTo>
                    <a:pt x="1002" y="194"/>
                    <a:pt x="1002" y="194"/>
                    <a:pt x="1002" y="194"/>
                  </a:cubicBezTo>
                  <a:cubicBezTo>
                    <a:pt x="1017" y="157"/>
                    <a:pt x="1053" y="133"/>
                    <a:pt x="1094" y="133"/>
                  </a:cubicBezTo>
                  <a:cubicBezTo>
                    <a:pt x="1764" y="133"/>
                    <a:pt x="1764" y="133"/>
                    <a:pt x="1764" y="133"/>
                  </a:cubicBezTo>
                  <a:cubicBezTo>
                    <a:pt x="1805" y="133"/>
                    <a:pt x="1841" y="157"/>
                    <a:pt x="1856" y="194"/>
                  </a:cubicBezTo>
                  <a:cubicBezTo>
                    <a:pt x="2028" y="608"/>
                    <a:pt x="2028" y="608"/>
                    <a:pt x="2028" y="608"/>
                  </a:cubicBezTo>
                  <a:cubicBezTo>
                    <a:pt x="2038" y="633"/>
                    <a:pt x="2062" y="649"/>
                    <a:pt x="2089" y="649"/>
                  </a:cubicBezTo>
                  <a:cubicBezTo>
                    <a:pt x="2494" y="649"/>
                    <a:pt x="2494" y="649"/>
                    <a:pt x="2494" y="649"/>
                  </a:cubicBezTo>
                  <a:cubicBezTo>
                    <a:pt x="2622" y="649"/>
                    <a:pt x="2726" y="753"/>
                    <a:pt x="2726" y="881"/>
                  </a:cubicBezTo>
                  <a:cubicBezTo>
                    <a:pt x="2726" y="2092"/>
                    <a:pt x="2726" y="2092"/>
                    <a:pt x="2726" y="2092"/>
                  </a:cubicBezTo>
                  <a:close/>
                  <a:moveTo>
                    <a:pt x="1429" y="712"/>
                  </a:moveTo>
                  <a:cubicBezTo>
                    <a:pt x="1058" y="712"/>
                    <a:pt x="757" y="1013"/>
                    <a:pt x="757" y="1384"/>
                  </a:cubicBezTo>
                  <a:cubicBezTo>
                    <a:pt x="757" y="1755"/>
                    <a:pt x="1058" y="2056"/>
                    <a:pt x="1429" y="2056"/>
                  </a:cubicBezTo>
                  <a:cubicBezTo>
                    <a:pt x="1800" y="2056"/>
                    <a:pt x="2101" y="1755"/>
                    <a:pt x="2101" y="1384"/>
                  </a:cubicBezTo>
                  <a:cubicBezTo>
                    <a:pt x="2101" y="1013"/>
                    <a:pt x="1800" y="712"/>
                    <a:pt x="1429" y="712"/>
                  </a:cubicBezTo>
                  <a:close/>
                  <a:moveTo>
                    <a:pt x="1429" y="1924"/>
                  </a:moveTo>
                  <a:cubicBezTo>
                    <a:pt x="1131" y="1924"/>
                    <a:pt x="889" y="1682"/>
                    <a:pt x="889" y="1384"/>
                  </a:cubicBezTo>
                  <a:cubicBezTo>
                    <a:pt x="889" y="1086"/>
                    <a:pt x="1131" y="844"/>
                    <a:pt x="1429" y="844"/>
                  </a:cubicBezTo>
                  <a:cubicBezTo>
                    <a:pt x="1727" y="844"/>
                    <a:pt x="1969" y="1086"/>
                    <a:pt x="1969" y="1384"/>
                  </a:cubicBezTo>
                  <a:cubicBezTo>
                    <a:pt x="1969" y="1682"/>
                    <a:pt x="1727" y="1924"/>
                    <a:pt x="1429" y="1924"/>
                  </a:cubicBezTo>
                  <a:close/>
                  <a:moveTo>
                    <a:pt x="1246" y="1656"/>
                  </a:moveTo>
                  <a:cubicBezTo>
                    <a:pt x="1155" y="1595"/>
                    <a:pt x="1101" y="1493"/>
                    <a:pt x="1101" y="1384"/>
                  </a:cubicBezTo>
                  <a:cubicBezTo>
                    <a:pt x="1101" y="1348"/>
                    <a:pt x="1071" y="1318"/>
                    <a:pt x="1035" y="1318"/>
                  </a:cubicBezTo>
                  <a:cubicBezTo>
                    <a:pt x="998" y="1318"/>
                    <a:pt x="968" y="1348"/>
                    <a:pt x="968" y="1384"/>
                  </a:cubicBezTo>
                  <a:cubicBezTo>
                    <a:pt x="968" y="1537"/>
                    <a:pt x="1044" y="1680"/>
                    <a:pt x="1171" y="1766"/>
                  </a:cubicBezTo>
                  <a:cubicBezTo>
                    <a:pt x="1182" y="1773"/>
                    <a:pt x="1195" y="1777"/>
                    <a:pt x="1208" y="1777"/>
                  </a:cubicBezTo>
                  <a:cubicBezTo>
                    <a:pt x="1230" y="1777"/>
                    <a:pt x="1251" y="1767"/>
                    <a:pt x="1263" y="1748"/>
                  </a:cubicBezTo>
                  <a:cubicBezTo>
                    <a:pt x="1284" y="1718"/>
                    <a:pt x="1276" y="1677"/>
                    <a:pt x="1246" y="1656"/>
                  </a:cubicBezTo>
                  <a:close/>
                  <a:moveTo>
                    <a:pt x="630" y="812"/>
                  </a:moveTo>
                  <a:cubicBezTo>
                    <a:pt x="352" y="812"/>
                    <a:pt x="352" y="812"/>
                    <a:pt x="352" y="812"/>
                  </a:cubicBezTo>
                  <a:cubicBezTo>
                    <a:pt x="315" y="812"/>
                    <a:pt x="285" y="842"/>
                    <a:pt x="285" y="878"/>
                  </a:cubicBezTo>
                  <a:cubicBezTo>
                    <a:pt x="285" y="915"/>
                    <a:pt x="315" y="944"/>
                    <a:pt x="352" y="944"/>
                  </a:cubicBezTo>
                  <a:cubicBezTo>
                    <a:pt x="630" y="944"/>
                    <a:pt x="630" y="944"/>
                    <a:pt x="630" y="944"/>
                  </a:cubicBezTo>
                  <a:cubicBezTo>
                    <a:pt x="666" y="944"/>
                    <a:pt x="696" y="915"/>
                    <a:pt x="696" y="878"/>
                  </a:cubicBezTo>
                  <a:cubicBezTo>
                    <a:pt x="696" y="842"/>
                    <a:pt x="666" y="812"/>
                    <a:pt x="630" y="812"/>
                  </a:cubicBezTo>
                  <a:close/>
                  <a:moveTo>
                    <a:pt x="630" y="812"/>
                  </a:moveTo>
                  <a:cubicBezTo>
                    <a:pt x="630" y="812"/>
                    <a:pt x="630" y="812"/>
                    <a:pt x="630" y="81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39" name="文本框 38">
            <a:extLst>
              <a:ext uri="{FF2B5EF4-FFF2-40B4-BE49-F238E27FC236}">
                <a16:creationId xmlns:a16="http://schemas.microsoft.com/office/drawing/2014/main" id="{73CD069C-3940-D146-4D22-7A04D685C7F6}"/>
              </a:ext>
            </a:extLst>
          </p:cNvPr>
          <p:cNvSpPr txBox="1"/>
          <p:nvPr/>
        </p:nvSpPr>
        <p:spPr>
          <a:xfrm>
            <a:off x="1929987" y="809929"/>
            <a:ext cx="5607919" cy="261610"/>
          </a:xfrm>
          <a:prstGeom prst="rect">
            <a:avLst/>
          </a:prstGeom>
          <a:noFill/>
        </p:spPr>
        <p:txBody>
          <a:bodyPr wrap="square" rtlCol="0">
            <a:spAutoFit/>
          </a:bodyPr>
          <a:lstStyle/>
          <a:p>
            <a:r>
              <a:rPr lang="en-US" altLang="zh-CN" sz="1100" dirty="0">
                <a:solidFill>
                  <a:schemeClr val="tx1">
                    <a:lumMod val="85000"/>
                    <a:lumOff val="15000"/>
                  </a:schemeClr>
                </a:solidFill>
                <a:latin typeface="印品黑体" panose="00000500000000000000" pitchFamily="2" charset="-122"/>
                <a:ea typeface="印品黑体" panose="00000500000000000000" pitchFamily="2" charset="-122"/>
              </a:rPr>
              <a:t>BANSHIYANGSHISAN</a:t>
            </a:r>
          </a:p>
        </p:txBody>
      </p:sp>
      <p:sp>
        <p:nvSpPr>
          <p:cNvPr id="41" name="文本框 40">
            <a:extLst>
              <a:ext uri="{FF2B5EF4-FFF2-40B4-BE49-F238E27FC236}">
                <a16:creationId xmlns:a16="http://schemas.microsoft.com/office/drawing/2014/main" id="{7A849C58-CD28-E1A7-2A70-D024F068FC69}"/>
              </a:ext>
            </a:extLst>
          </p:cNvPr>
          <p:cNvSpPr txBox="1"/>
          <p:nvPr/>
        </p:nvSpPr>
        <p:spPr>
          <a:xfrm>
            <a:off x="1900687" y="515093"/>
            <a:ext cx="1888440" cy="400110"/>
          </a:xfrm>
          <a:prstGeom prst="rect">
            <a:avLst/>
          </a:prstGeom>
          <a:noFill/>
        </p:spPr>
        <p:txBody>
          <a:bodyPr wrap="square" rtlCol="0">
            <a:spAutoFit/>
          </a:bodyPr>
          <a:lstStyle/>
          <a:p>
            <a:pPr algn="dist"/>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板式样式三</a:t>
            </a:r>
          </a:p>
        </p:txBody>
      </p:sp>
      <p:pic>
        <p:nvPicPr>
          <p:cNvPr id="43" name="图片 42">
            <a:extLst>
              <a:ext uri="{FF2B5EF4-FFF2-40B4-BE49-F238E27FC236}">
                <a16:creationId xmlns:a16="http://schemas.microsoft.com/office/drawing/2014/main" id="{FB4B4947-BAC1-9EEB-1D9B-6219439CB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895" y="450318"/>
            <a:ext cx="1047656" cy="732455"/>
          </a:xfrm>
          <a:prstGeom prst="rect">
            <a:avLst/>
          </a:prstGeom>
        </p:spPr>
      </p:pic>
      <p:cxnSp>
        <p:nvCxnSpPr>
          <p:cNvPr id="44" name="直接连接符 43">
            <a:extLst>
              <a:ext uri="{FF2B5EF4-FFF2-40B4-BE49-F238E27FC236}">
                <a16:creationId xmlns:a16="http://schemas.microsoft.com/office/drawing/2014/main" id="{9448F647-AF50-3C91-7B5C-1A68D9AE80B3}"/>
              </a:ext>
            </a:extLst>
          </p:cNvPr>
          <p:cNvCxnSpPr>
            <a:cxnSpLocks/>
          </p:cNvCxnSpPr>
          <p:nvPr/>
        </p:nvCxnSpPr>
        <p:spPr>
          <a:xfrm>
            <a:off x="1822552" y="577512"/>
            <a:ext cx="0" cy="460648"/>
          </a:xfrm>
          <a:prstGeom prst="line">
            <a:avLst/>
          </a:prstGeom>
          <a:ln w="1270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33281725"/>
      </p:ext>
    </p:extLst>
  </p:cSld>
  <p:clrMapOvr>
    <a:masterClrMapping/>
  </p:clrMapOvr>
  <p:transition spd="slow" advClick="0" advTm="5000">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D03F5AD-5905-E3DF-3B2D-2914FAA4628F}"/>
              </a:ext>
            </a:extLst>
          </p:cNvPr>
          <p:cNvPicPr>
            <a:picLocks noChangeAspect="1"/>
          </p:cNvPicPr>
          <p:nvPr/>
        </p:nvPicPr>
        <p:blipFill rotWithShape="1">
          <a:blip r:embed="rId2">
            <a:extLst>
              <a:ext uri="{28A0092B-C50C-407E-A947-70E740481C1C}">
                <a14:useLocalDpi xmlns:a14="http://schemas.microsoft.com/office/drawing/2010/main" val="0"/>
              </a:ext>
            </a:extLst>
          </a:blip>
          <a:srcRect t="32175" b="18452"/>
          <a:stretch/>
        </p:blipFill>
        <p:spPr>
          <a:xfrm>
            <a:off x="-19494" y="-1"/>
            <a:ext cx="12211494" cy="4019551"/>
          </a:xfrm>
          <a:prstGeom prst="rect">
            <a:avLst/>
          </a:prstGeom>
        </p:spPr>
      </p:pic>
      <p:sp>
        <p:nvSpPr>
          <p:cNvPr id="36" name="矩形 35">
            <a:extLst>
              <a:ext uri="{FF2B5EF4-FFF2-40B4-BE49-F238E27FC236}">
                <a16:creationId xmlns:a16="http://schemas.microsoft.com/office/drawing/2014/main" id="{25F4316F-1375-E382-768E-35A3022F26BF}"/>
              </a:ext>
            </a:extLst>
          </p:cNvPr>
          <p:cNvSpPr/>
          <p:nvPr/>
        </p:nvSpPr>
        <p:spPr>
          <a:xfrm>
            <a:off x="0" y="4179"/>
            <a:ext cx="12191999" cy="4019550"/>
          </a:xfrm>
          <a:prstGeom prst="rect">
            <a:avLst/>
          </a:prstGeom>
          <a:gradFill flip="none" rotWithShape="1">
            <a:gsLst>
              <a:gs pos="0">
                <a:srgbClr val="C9332F"/>
              </a:gs>
              <a:gs pos="50000">
                <a:srgbClr val="D61D3D">
                  <a:alpha val="80000"/>
                </a:srgbClr>
              </a:gs>
              <a:gs pos="100000">
                <a:srgbClr val="C9332F"/>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B2AE171-A4A1-4231-85A2-7AED14E4DCF7}"/>
              </a:ext>
            </a:extLst>
          </p:cNvPr>
          <p:cNvSpPr/>
          <p:nvPr/>
        </p:nvSpPr>
        <p:spPr>
          <a:xfrm>
            <a:off x="407988" y="1866814"/>
            <a:ext cx="11376025" cy="3269642"/>
          </a:xfrm>
          <a:prstGeom prst="rect">
            <a:avLst/>
          </a:prstGeom>
          <a:solidFill>
            <a:schemeClr val="bg1">
              <a:alpha val="98000"/>
            </a:schemeClr>
          </a:solidFill>
          <a:ln>
            <a:noFill/>
          </a:ln>
          <a:effectLst>
            <a:outerShdw blurRad="50800" dist="50800" dir="5400000" algn="t"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819DCD5E-C949-4670-BDE4-4A3AF2D93B82}"/>
              </a:ext>
            </a:extLst>
          </p:cNvPr>
          <p:cNvCxnSpPr>
            <a:cxnSpLocks/>
          </p:cNvCxnSpPr>
          <p:nvPr/>
        </p:nvCxnSpPr>
        <p:spPr>
          <a:xfrm rot="5400000">
            <a:off x="3417872" y="3506137"/>
            <a:ext cx="2160000" cy="0"/>
          </a:xfrm>
          <a:prstGeom prst="line">
            <a:avLst/>
          </a:prstGeom>
          <a:ln>
            <a:solidFill>
              <a:srgbClr val="D41F3E">
                <a:alpha val="80000"/>
              </a:srgb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20F69EB-E186-49CF-9950-499C7BCB9ECC}"/>
              </a:ext>
            </a:extLst>
          </p:cNvPr>
          <p:cNvCxnSpPr>
            <a:cxnSpLocks/>
          </p:cNvCxnSpPr>
          <p:nvPr/>
        </p:nvCxnSpPr>
        <p:spPr>
          <a:xfrm rot="5400000">
            <a:off x="6623811" y="3506137"/>
            <a:ext cx="2160000" cy="0"/>
          </a:xfrm>
          <a:prstGeom prst="line">
            <a:avLst/>
          </a:prstGeom>
          <a:ln>
            <a:solidFill>
              <a:srgbClr val="D41F3E">
                <a:alpha val="80000"/>
              </a:srgbClr>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3D0EF23D-34D7-4B7A-A55E-6CFE690FCA70}"/>
              </a:ext>
            </a:extLst>
          </p:cNvPr>
          <p:cNvGrpSpPr/>
          <p:nvPr/>
        </p:nvGrpSpPr>
        <p:grpSpPr>
          <a:xfrm>
            <a:off x="2653643" y="2393000"/>
            <a:ext cx="444971" cy="443993"/>
            <a:chOff x="3721100" y="-804863"/>
            <a:chExt cx="722313" cy="720725"/>
          </a:xfrm>
          <a:solidFill>
            <a:srgbClr val="D41F3E"/>
          </a:solidFill>
        </p:grpSpPr>
        <p:sp>
          <p:nvSpPr>
            <p:cNvPr id="18" name="Freeform 5">
              <a:extLst>
                <a:ext uri="{FF2B5EF4-FFF2-40B4-BE49-F238E27FC236}">
                  <a16:creationId xmlns:a16="http://schemas.microsoft.com/office/drawing/2014/main" id="{FE1D3923-0D73-4567-9CA6-FF6311C70F54}"/>
                </a:ext>
              </a:extLst>
            </p:cNvPr>
            <p:cNvSpPr>
              <a:spLocks noEditPoints="1"/>
            </p:cNvSpPr>
            <p:nvPr/>
          </p:nvSpPr>
          <p:spPr bwMode="auto">
            <a:xfrm>
              <a:off x="4060825" y="-466726"/>
              <a:ext cx="241300" cy="174625"/>
            </a:xfrm>
            <a:custGeom>
              <a:avLst/>
              <a:gdLst>
                <a:gd name="T0" fmla="*/ 961 w 1104"/>
                <a:gd name="T1" fmla="*/ 565 h 792"/>
                <a:gd name="T2" fmla="*/ 121 w 1104"/>
                <a:gd name="T3" fmla="*/ 565 h 792"/>
                <a:gd name="T4" fmla="*/ 21 w 1104"/>
                <a:gd name="T5" fmla="*/ 621 h 792"/>
                <a:gd name="T6" fmla="*/ 21 w 1104"/>
                <a:gd name="T7" fmla="*/ 736 h 792"/>
                <a:gd name="T8" fmla="*/ 121 w 1104"/>
                <a:gd name="T9" fmla="*/ 792 h 792"/>
                <a:gd name="T10" fmla="*/ 961 w 1104"/>
                <a:gd name="T11" fmla="*/ 792 h 792"/>
                <a:gd name="T12" fmla="*/ 1061 w 1104"/>
                <a:gd name="T13" fmla="*/ 736 h 792"/>
                <a:gd name="T14" fmla="*/ 1061 w 1104"/>
                <a:gd name="T15" fmla="*/ 621 h 792"/>
                <a:gd name="T16" fmla="*/ 961 w 1104"/>
                <a:gd name="T17" fmla="*/ 565 h 792"/>
                <a:gd name="T18" fmla="*/ 984 w 1104"/>
                <a:gd name="T19" fmla="*/ 1 h 792"/>
                <a:gd name="T20" fmla="*/ 314 w 1104"/>
                <a:gd name="T21" fmla="*/ 1 h 792"/>
                <a:gd name="T22" fmla="*/ 214 w 1104"/>
                <a:gd name="T23" fmla="*/ 57 h 792"/>
                <a:gd name="T24" fmla="*/ 214 w 1104"/>
                <a:gd name="T25" fmla="*/ 171 h 792"/>
                <a:gd name="T26" fmla="*/ 314 w 1104"/>
                <a:gd name="T27" fmla="*/ 227 h 792"/>
                <a:gd name="T28" fmla="*/ 984 w 1104"/>
                <a:gd name="T29" fmla="*/ 227 h 792"/>
                <a:gd name="T30" fmla="*/ 1084 w 1104"/>
                <a:gd name="T31" fmla="*/ 171 h 792"/>
                <a:gd name="T32" fmla="*/ 1084 w 1104"/>
                <a:gd name="T33" fmla="*/ 57 h 792"/>
                <a:gd name="T34" fmla="*/ 984 w 1104"/>
                <a:gd name="T35" fmla="*/ 1 h 792"/>
                <a:gd name="T36" fmla="*/ 984 w 1104"/>
                <a:gd name="T37" fmla="*/ 1 h 792"/>
                <a:gd name="T38" fmla="*/ 984 w 1104"/>
                <a:gd name="T39" fmla="*/ 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4" h="792">
                  <a:moveTo>
                    <a:pt x="961" y="565"/>
                  </a:moveTo>
                  <a:cubicBezTo>
                    <a:pt x="121" y="565"/>
                    <a:pt x="121" y="565"/>
                    <a:pt x="121" y="565"/>
                  </a:cubicBezTo>
                  <a:cubicBezTo>
                    <a:pt x="80" y="564"/>
                    <a:pt x="42" y="586"/>
                    <a:pt x="21" y="621"/>
                  </a:cubicBezTo>
                  <a:cubicBezTo>
                    <a:pt x="0" y="657"/>
                    <a:pt x="0" y="700"/>
                    <a:pt x="21" y="736"/>
                  </a:cubicBezTo>
                  <a:cubicBezTo>
                    <a:pt x="42" y="771"/>
                    <a:pt x="80" y="792"/>
                    <a:pt x="121" y="792"/>
                  </a:cubicBezTo>
                  <a:cubicBezTo>
                    <a:pt x="961" y="792"/>
                    <a:pt x="961" y="792"/>
                    <a:pt x="961" y="792"/>
                  </a:cubicBezTo>
                  <a:cubicBezTo>
                    <a:pt x="1002" y="792"/>
                    <a:pt x="1040" y="771"/>
                    <a:pt x="1061" y="736"/>
                  </a:cubicBezTo>
                  <a:cubicBezTo>
                    <a:pt x="1082" y="700"/>
                    <a:pt x="1082" y="657"/>
                    <a:pt x="1061" y="621"/>
                  </a:cubicBezTo>
                  <a:cubicBezTo>
                    <a:pt x="1040" y="586"/>
                    <a:pt x="1002" y="564"/>
                    <a:pt x="961" y="565"/>
                  </a:cubicBezTo>
                  <a:close/>
                  <a:moveTo>
                    <a:pt x="984" y="1"/>
                  </a:moveTo>
                  <a:cubicBezTo>
                    <a:pt x="314" y="1"/>
                    <a:pt x="314" y="1"/>
                    <a:pt x="314" y="1"/>
                  </a:cubicBezTo>
                  <a:cubicBezTo>
                    <a:pt x="273" y="0"/>
                    <a:pt x="235" y="21"/>
                    <a:pt x="214" y="57"/>
                  </a:cubicBezTo>
                  <a:cubicBezTo>
                    <a:pt x="194" y="92"/>
                    <a:pt x="194" y="136"/>
                    <a:pt x="214" y="171"/>
                  </a:cubicBezTo>
                  <a:cubicBezTo>
                    <a:pt x="235" y="207"/>
                    <a:pt x="273" y="228"/>
                    <a:pt x="314" y="227"/>
                  </a:cubicBezTo>
                  <a:cubicBezTo>
                    <a:pt x="984" y="227"/>
                    <a:pt x="984" y="227"/>
                    <a:pt x="984" y="227"/>
                  </a:cubicBezTo>
                  <a:cubicBezTo>
                    <a:pt x="1025" y="228"/>
                    <a:pt x="1063" y="207"/>
                    <a:pt x="1084" y="171"/>
                  </a:cubicBezTo>
                  <a:cubicBezTo>
                    <a:pt x="1104" y="136"/>
                    <a:pt x="1104" y="92"/>
                    <a:pt x="1084" y="57"/>
                  </a:cubicBezTo>
                  <a:cubicBezTo>
                    <a:pt x="1063" y="21"/>
                    <a:pt x="1025" y="0"/>
                    <a:pt x="984" y="1"/>
                  </a:cubicBezTo>
                  <a:close/>
                  <a:moveTo>
                    <a:pt x="984" y="1"/>
                  </a:moveTo>
                  <a:cubicBezTo>
                    <a:pt x="984" y="1"/>
                    <a:pt x="984" y="1"/>
                    <a:pt x="98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6">
              <a:extLst>
                <a:ext uri="{FF2B5EF4-FFF2-40B4-BE49-F238E27FC236}">
                  <a16:creationId xmlns:a16="http://schemas.microsoft.com/office/drawing/2014/main" id="{221D4244-2234-4B4F-82C2-F1B30D0A78D8}"/>
                </a:ext>
              </a:extLst>
            </p:cNvPr>
            <p:cNvSpPr>
              <a:spLocks noEditPoints="1"/>
            </p:cNvSpPr>
            <p:nvPr/>
          </p:nvSpPr>
          <p:spPr bwMode="auto">
            <a:xfrm>
              <a:off x="3871913" y="-804863"/>
              <a:ext cx="571500" cy="695325"/>
            </a:xfrm>
            <a:custGeom>
              <a:avLst/>
              <a:gdLst>
                <a:gd name="T0" fmla="*/ 1812 w 2606"/>
                <a:gd name="T1" fmla="*/ 0 h 3167"/>
                <a:gd name="T2" fmla="*/ 451 w 2606"/>
                <a:gd name="T3" fmla="*/ 0 h 3167"/>
                <a:gd name="T4" fmla="*/ 0 w 2606"/>
                <a:gd name="T5" fmla="*/ 409 h 3167"/>
                <a:gd name="T6" fmla="*/ 0 w 2606"/>
                <a:gd name="T7" fmla="*/ 664 h 3167"/>
                <a:gd name="T8" fmla="*/ 0 w 2606"/>
                <a:gd name="T9" fmla="*/ 664 h 3167"/>
                <a:gd name="T10" fmla="*/ 0 w 2606"/>
                <a:gd name="T11" fmla="*/ 818 h 3167"/>
                <a:gd name="T12" fmla="*/ 243 w 2606"/>
                <a:gd name="T13" fmla="*/ 692 h 3167"/>
                <a:gd name="T14" fmla="*/ 243 w 2606"/>
                <a:gd name="T15" fmla="*/ 449 h 3167"/>
                <a:gd name="T16" fmla="*/ 452 w 2606"/>
                <a:gd name="T17" fmla="*/ 226 h 3167"/>
                <a:gd name="T18" fmla="*/ 1586 w 2606"/>
                <a:gd name="T19" fmla="*/ 226 h 3167"/>
                <a:gd name="T20" fmla="*/ 1586 w 2606"/>
                <a:gd name="T21" fmla="*/ 681 h 3167"/>
                <a:gd name="T22" fmla="*/ 2040 w 2606"/>
                <a:gd name="T23" fmla="*/ 1131 h 3167"/>
                <a:gd name="T24" fmla="*/ 2380 w 2606"/>
                <a:gd name="T25" fmla="*/ 1131 h 3167"/>
                <a:gd name="T26" fmla="*/ 2380 w 2606"/>
                <a:gd name="T27" fmla="*/ 2714 h 3167"/>
                <a:gd name="T28" fmla="*/ 2153 w 2606"/>
                <a:gd name="T29" fmla="*/ 2940 h 3167"/>
                <a:gd name="T30" fmla="*/ 1745 w 2606"/>
                <a:gd name="T31" fmla="*/ 2940 h 3167"/>
                <a:gd name="T32" fmla="*/ 1745 w 2606"/>
                <a:gd name="T33" fmla="*/ 3012 h 3167"/>
                <a:gd name="T34" fmla="*/ 1745 w 2606"/>
                <a:gd name="T35" fmla="*/ 3167 h 3167"/>
                <a:gd name="T36" fmla="*/ 2153 w 2606"/>
                <a:gd name="T37" fmla="*/ 3167 h 3167"/>
                <a:gd name="T38" fmla="*/ 2606 w 2606"/>
                <a:gd name="T39" fmla="*/ 2714 h 3167"/>
                <a:gd name="T40" fmla="*/ 2606 w 2606"/>
                <a:gd name="T41" fmla="*/ 908 h 3167"/>
                <a:gd name="T42" fmla="*/ 1812 w 2606"/>
                <a:gd name="T43" fmla="*/ 0 h 3167"/>
                <a:gd name="T44" fmla="*/ 2039 w 2606"/>
                <a:gd name="T45" fmla="*/ 904 h 3167"/>
                <a:gd name="T46" fmla="*/ 1813 w 2606"/>
                <a:gd name="T47" fmla="*/ 567 h 3167"/>
                <a:gd name="T48" fmla="*/ 1813 w 2606"/>
                <a:gd name="T49" fmla="*/ 229 h 3167"/>
                <a:gd name="T50" fmla="*/ 2379 w 2606"/>
                <a:gd name="T51" fmla="*/ 904 h 3167"/>
                <a:gd name="T52" fmla="*/ 2039 w 2606"/>
                <a:gd name="T53" fmla="*/ 904 h 3167"/>
                <a:gd name="T54" fmla="*/ 2039 w 2606"/>
                <a:gd name="T55" fmla="*/ 904 h 3167"/>
                <a:gd name="T56" fmla="*/ 2039 w 2606"/>
                <a:gd name="T57" fmla="*/ 904 h 3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06" h="3167">
                  <a:moveTo>
                    <a:pt x="1812" y="0"/>
                  </a:moveTo>
                  <a:cubicBezTo>
                    <a:pt x="451" y="0"/>
                    <a:pt x="451" y="0"/>
                    <a:pt x="451" y="0"/>
                  </a:cubicBezTo>
                  <a:cubicBezTo>
                    <a:pt x="226" y="0"/>
                    <a:pt x="24" y="193"/>
                    <a:pt x="0" y="409"/>
                  </a:cubicBezTo>
                  <a:cubicBezTo>
                    <a:pt x="0" y="664"/>
                    <a:pt x="0" y="664"/>
                    <a:pt x="0" y="664"/>
                  </a:cubicBezTo>
                  <a:cubicBezTo>
                    <a:pt x="0" y="664"/>
                    <a:pt x="0" y="664"/>
                    <a:pt x="0" y="664"/>
                  </a:cubicBezTo>
                  <a:cubicBezTo>
                    <a:pt x="0" y="818"/>
                    <a:pt x="0" y="818"/>
                    <a:pt x="0" y="818"/>
                  </a:cubicBezTo>
                  <a:cubicBezTo>
                    <a:pt x="75" y="760"/>
                    <a:pt x="148" y="725"/>
                    <a:pt x="243" y="692"/>
                  </a:cubicBezTo>
                  <a:cubicBezTo>
                    <a:pt x="243" y="449"/>
                    <a:pt x="243" y="449"/>
                    <a:pt x="243" y="449"/>
                  </a:cubicBezTo>
                  <a:cubicBezTo>
                    <a:pt x="243" y="333"/>
                    <a:pt x="332" y="226"/>
                    <a:pt x="452" y="226"/>
                  </a:cubicBezTo>
                  <a:cubicBezTo>
                    <a:pt x="1586" y="226"/>
                    <a:pt x="1586" y="226"/>
                    <a:pt x="1586" y="226"/>
                  </a:cubicBezTo>
                  <a:cubicBezTo>
                    <a:pt x="1585" y="486"/>
                    <a:pt x="1586" y="681"/>
                    <a:pt x="1586" y="681"/>
                  </a:cubicBezTo>
                  <a:cubicBezTo>
                    <a:pt x="1586" y="916"/>
                    <a:pt x="1798" y="1131"/>
                    <a:pt x="2040" y="1131"/>
                  </a:cubicBezTo>
                  <a:cubicBezTo>
                    <a:pt x="2380" y="1131"/>
                    <a:pt x="2380" y="1131"/>
                    <a:pt x="2380" y="1131"/>
                  </a:cubicBezTo>
                  <a:cubicBezTo>
                    <a:pt x="2380" y="2714"/>
                    <a:pt x="2380" y="2714"/>
                    <a:pt x="2380" y="2714"/>
                  </a:cubicBezTo>
                  <a:cubicBezTo>
                    <a:pt x="2380" y="2829"/>
                    <a:pt x="2272" y="2940"/>
                    <a:pt x="2153" y="2940"/>
                  </a:cubicBezTo>
                  <a:cubicBezTo>
                    <a:pt x="1745" y="2940"/>
                    <a:pt x="1745" y="2940"/>
                    <a:pt x="1745" y="2940"/>
                  </a:cubicBezTo>
                  <a:cubicBezTo>
                    <a:pt x="1745" y="2986"/>
                    <a:pt x="1745" y="2985"/>
                    <a:pt x="1745" y="3012"/>
                  </a:cubicBezTo>
                  <a:cubicBezTo>
                    <a:pt x="1745" y="3167"/>
                    <a:pt x="1745" y="3167"/>
                    <a:pt x="1745" y="3167"/>
                  </a:cubicBezTo>
                  <a:cubicBezTo>
                    <a:pt x="2153" y="3167"/>
                    <a:pt x="2153" y="3167"/>
                    <a:pt x="2153" y="3167"/>
                  </a:cubicBezTo>
                  <a:cubicBezTo>
                    <a:pt x="2392" y="3167"/>
                    <a:pt x="2606" y="2947"/>
                    <a:pt x="2606" y="2714"/>
                  </a:cubicBezTo>
                  <a:cubicBezTo>
                    <a:pt x="2606" y="908"/>
                    <a:pt x="2606" y="908"/>
                    <a:pt x="2606" y="908"/>
                  </a:cubicBezTo>
                  <a:lnTo>
                    <a:pt x="1812" y="0"/>
                  </a:lnTo>
                  <a:close/>
                  <a:moveTo>
                    <a:pt x="2039" y="904"/>
                  </a:moveTo>
                  <a:cubicBezTo>
                    <a:pt x="1919" y="904"/>
                    <a:pt x="1813" y="685"/>
                    <a:pt x="1813" y="567"/>
                  </a:cubicBezTo>
                  <a:cubicBezTo>
                    <a:pt x="1813" y="229"/>
                    <a:pt x="1813" y="229"/>
                    <a:pt x="1813" y="229"/>
                  </a:cubicBezTo>
                  <a:cubicBezTo>
                    <a:pt x="2379" y="904"/>
                    <a:pt x="2379" y="904"/>
                    <a:pt x="2379" y="904"/>
                  </a:cubicBezTo>
                  <a:lnTo>
                    <a:pt x="2039" y="904"/>
                  </a:lnTo>
                  <a:close/>
                  <a:moveTo>
                    <a:pt x="2039" y="904"/>
                  </a:moveTo>
                  <a:cubicBezTo>
                    <a:pt x="2039" y="904"/>
                    <a:pt x="2039" y="904"/>
                    <a:pt x="2039" y="90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7">
              <a:extLst>
                <a:ext uri="{FF2B5EF4-FFF2-40B4-BE49-F238E27FC236}">
                  <a16:creationId xmlns:a16="http://schemas.microsoft.com/office/drawing/2014/main" id="{DD1A8812-1ED9-4432-81D7-FD1A3A848A11}"/>
                </a:ext>
              </a:extLst>
            </p:cNvPr>
            <p:cNvSpPr>
              <a:spLocks noEditPoints="1"/>
            </p:cNvSpPr>
            <p:nvPr/>
          </p:nvSpPr>
          <p:spPr bwMode="auto">
            <a:xfrm>
              <a:off x="3721100" y="-644526"/>
              <a:ext cx="517525" cy="560388"/>
            </a:xfrm>
            <a:custGeom>
              <a:avLst/>
              <a:gdLst>
                <a:gd name="T0" fmla="*/ 2201 w 2361"/>
                <a:gd name="T1" fmla="*/ 1991 h 2549"/>
                <a:gd name="T2" fmla="*/ 1607 w 2361"/>
                <a:gd name="T3" fmla="*/ 1662 h 2549"/>
                <a:gd name="T4" fmla="*/ 1888 w 2361"/>
                <a:gd name="T5" fmla="*/ 956 h 2549"/>
                <a:gd name="T6" fmla="*/ 1888 w 2361"/>
                <a:gd name="T7" fmla="*/ 558 h 2549"/>
                <a:gd name="T8" fmla="*/ 1185 w 2361"/>
                <a:gd name="T9" fmla="*/ 0 h 2549"/>
                <a:gd name="T10" fmla="*/ 473 w 2361"/>
                <a:gd name="T11" fmla="*/ 558 h 2549"/>
                <a:gd name="T12" fmla="*/ 473 w 2361"/>
                <a:gd name="T13" fmla="*/ 956 h 2549"/>
                <a:gd name="T14" fmla="*/ 770 w 2361"/>
                <a:gd name="T15" fmla="*/ 1661 h 2549"/>
                <a:gd name="T16" fmla="*/ 160 w 2361"/>
                <a:gd name="T17" fmla="*/ 1991 h 2549"/>
                <a:gd name="T18" fmla="*/ 1 w 2361"/>
                <a:gd name="T19" fmla="*/ 2150 h 2549"/>
                <a:gd name="T20" fmla="*/ 1 w 2361"/>
                <a:gd name="T21" fmla="*/ 2390 h 2549"/>
                <a:gd name="T22" fmla="*/ 47 w 2361"/>
                <a:gd name="T23" fmla="*/ 2502 h 2549"/>
                <a:gd name="T24" fmla="*/ 160 w 2361"/>
                <a:gd name="T25" fmla="*/ 2549 h 2549"/>
                <a:gd name="T26" fmla="*/ 2201 w 2361"/>
                <a:gd name="T27" fmla="*/ 2549 h 2549"/>
                <a:gd name="T28" fmla="*/ 2314 w 2361"/>
                <a:gd name="T29" fmla="*/ 2502 h 2549"/>
                <a:gd name="T30" fmla="*/ 2361 w 2361"/>
                <a:gd name="T31" fmla="*/ 2390 h 2549"/>
                <a:gd name="T32" fmla="*/ 2361 w 2361"/>
                <a:gd name="T33" fmla="*/ 2150 h 2549"/>
                <a:gd name="T34" fmla="*/ 2201 w 2361"/>
                <a:gd name="T35" fmla="*/ 1991 h 2549"/>
                <a:gd name="T36" fmla="*/ 189 w 2361"/>
                <a:gd name="T37" fmla="*/ 2360 h 2549"/>
                <a:gd name="T38" fmla="*/ 189 w 2361"/>
                <a:gd name="T39" fmla="*/ 2192 h 2549"/>
                <a:gd name="T40" fmla="*/ 237 w 2361"/>
                <a:gd name="T41" fmla="*/ 2163 h 2549"/>
                <a:gd name="T42" fmla="*/ 250 w 2361"/>
                <a:gd name="T43" fmla="*/ 2157 h 2549"/>
                <a:gd name="T44" fmla="*/ 859 w 2361"/>
                <a:gd name="T45" fmla="*/ 1826 h 2549"/>
                <a:gd name="T46" fmla="*/ 958 w 2361"/>
                <a:gd name="T47" fmla="*/ 1678 h 2549"/>
                <a:gd name="T48" fmla="*/ 888 w 2361"/>
                <a:gd name="T49" fmla="*/ 1514 h 2549"/>
                <a:gd name="T50" fmla="*/ 661 w 2361"/>
                <a:gd name="T51" fmla="*/ 956 h 2549"/>
                <a:gd name="T52" fmla="*/ 661 w 2361"/>
                <a:gd name="T53" fmla="*/ 558 h 2549"/>
                <a:gd name="T54" fmla="*/ 1185 w 2361"/>
                <a:gd name="T55" fmla="*/ 189 h 2549"/>
                <a:gd name="T56" fmla="*/ 1699 w 2361"/>
                <a:gd name="T57" fmla="*/ 558 h 2549"/>
                <a:gd name="T58" fmla="*/ 1699 w 2361"/>
                <a:gd name="T59" fmla="*/ 956 h 2549"/>
                <a:gd name="T60" fmla="*/ 1490 w 2361"/>
                <a:gd name="T61" fmla="*/ 1514 h 2549"/>
                <a:gd name="T62" fmla="*/ 1419 w 2361"/>
                <a:gd name="T63" fmla="*/ 1678 h 2549"/>
                <a:gd name="T64" fmla="*/ 1517 w 2361"/>
                <a:gd name="T65" fmla="*/ 1828 h 2549"/>
                <a:gd name="T66" fmla="*/ 2111 w 2361"/>
                <a:gd name="T67" fmla="*/ 2157 h 2549"/>
                <a:gd name="T68" fmla="*/ 2128 w 2361"/>
                <a:gd name="T69" fmla="*/ 2165 h 2549"/>
                <a:gd name="T70" fmla="*/ 2172 w 2361"/>
                <a:gd name="T71" fmla="*/ 2189 h 2549"/>
                <a:gd name="T72" fmla="*/ 2172 w 2361"/>
                <a:gd name="T73" fmla="*/ 2360 h 2549"/>
                <a:gd name="T74" fmla="*/ 189 w 2361"/>
                <a:gd name="T75" fmla="*/ 2360 h 2549"/>
                <a:gd name="T76" fmla="*/ 189 w 2361"/>
                <a:gd name="T77" fmla="*/ 2360 h 2549"/>
                <a:gd name="T78" fmla="*/ 189 w 2361"/>
                <a:gd name="T79" fmla="*/ 2360 h 2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61" h="2549">
                  <a:moveTo>
                    <a:pt x="2201" y="1991"/>
                  </a:moveTo>
                  <a:cubicBezTo>
                    <a:pt x="1607" y="1662"/>
                    <a:pt x="1607" y="1662"/>
                    <a:pt x="1607" y="1662"/>
                  </a:cubicBezTo>
                  <a:cubicBezTo>
                    <a:pt x="1828" y="1489"/>
                    <a:pt x="1888" y="1147"/>
                    <a:pt x="1888" y="956"/>
                  </a:cubicBezTo>
                  <a:cubicBezTo>
                    <a:pt x="1888" y="558"/>
                    <a:pt x="1888" y="558"/>
                    <a:pt x="1888" y="558"/>
                  </a:cubicBezTo>
                  <a:cubicBezTo>
                    <a:pt x="1888" y="294"/>
                    <a:pt x="1537" y="0"/>
                    <a:pt x="1185" y="0"/>
                  </a:cubicBezTo>
                  <a:cubicBezTo>
                    <a:pt x="832" y="0"/>
                    <a:pt x="473" y="294"/>
                    <a:pt x="473" y="558"/>
                  </a:cubicBezTo>
                  <a:cubicBezTo>
                    <a:pt x="473" y="956"/>
                    <a:pt x="473" y="956"/>
                    <a:pt x="473" y="956"/>
                  </a:cubicBezTo>
                  <a:cubicBezTo>
                    <a:pt x="473" y="1130"/>
                    <a:pt x="546" y="1482"/>
                    <a:pt x="770" y="1661"/>
                  </a:cubicBezTo>
                  <a:cubicBezTo>
                    <a:pt x="160" y="1991"/>
                    <a:pt x="160" y="1991"/>
                    <a:pt x="160" y="1991"/>
                  </a:cubicBezTo>
                  <a:cubicBezTo>
                    <a:pt x="160" y="1991"/>
                    <a:pt x="1" y="2062"/>
                    <a:pt x="1" y="2150"/>
                  </a:cubicBezTo>
                  <a:cubicBezTo>
                    <a:pt x="1" y="2390"/>
                    <a:pt x="1" y="2390"/>
                    <a:pt x="1" y="2390"/>
                  </a:cubicBezTo>
                  <a:cubicBezTo>
                    <a:pt x="0" y="2432"/>
                    <a:pt x="17" y="2472"/>
                    <a:pt x="47" y="2502"/>
                  </a:cubicBezTo>
                  <a:cubicBezTo>
                    <a:pt x="77" y="2532"/>
                    <a:pt x="117" y="2549"/>
                    <a:pt x="160" y="2549"/>
                  </a:cubicBezTo>
                  <a:cubicBezTo>
                    <a:pt x="2201" y="2549"/>
                    <a:pt x="2201" y="2549"/>
                    <a:pt x="2201" y="2549"/>
                  </a:cubicBezTo>
                  <a:cubicBezTo>
                    <a:pt x="2244" y="2549"/>
                    <a:pt x="2284" y="2532"/>
                    <a:pt x="2314" y="2502"/>
                  </a:cubicBezTo>
                  <a:cubicBezTo>
                    <a:pt x="2344" y="2472"/>
                    <a:pt x="2361" y="2432"/>
                    <a:pt x="2361" y="2390"/>
                  </a:cubicBezTo>
                  <a:cubicBezTo>
                    <a:pt x="2361" y="2150"/>
                    <a:pt x="2361" y="2150"/>
                    <a:pt x="2361" y="2150"/>
                  </a:cubicBezTo>
                  <a:cubicBezTo>
                    <a:pt x="2361" y="2057"/>
                    <a:pt x="2201" y="1991"/>
                    <a:pt x="2201" y="1991"/>
                  </a:cubicBezTo>
                  <a:close/>
                  <a:moveTo>
                    <a:pt x="189" y="2360"/>
                  </a:moveTo>
                  <a:cubicBezTo>
                    <a:pt x="189" y="2192"/>
                    <a:pt x="189" y="2192"/>
                    <a:pt x="189" y="2192"/>
                  </a:cubicBezTo>
                  <a:cubicBezTo>
                    <a:pt x="204" y="2181"/>
                    <a:pt x="220" y="2171"/>
                    <a:pt x="237" y="2163"/>
                  </a:cubicBezTo>
                  <a:cubicBezTo>
                    <a:pt x="241" y="2161"/>
                    <a:pt x="245" y="2159"/>
                    <a:pt x="250" y="2157"/>
                  </a:cubicBezTo>
                  <a:cubicBezTo>
                    <a:pt x="859" y="1826"/>
                    <a:pt x="859" y="1826"/>
                    <a:pt x="859" y="1826"/>
                  </a:cubicBezTo>
                  <a:cubicBezTo>
                    <a:pt x="915" y="1796"/>
                    <a:pt x="952" y="1741"/>
                    <a:pt x="958" y="1678"/>
                  </a:cubicBezTo>
                  <a:cubicBezTo>
                    <a:pt x="963" y="1615"/>
                    <a:pt x="937" y="1553"/>
                    <a:pt x="888" y="1514"/>
                  </a:cubicBezTo>
                  <a:cubicBezTo>
                    <a:pt x="729" y="1387"/>
                    <a:pt x="661" y="1106"/>
                    <a:pt x="661" y="956"/>
                  </a:cubicBezTo>
                  <a:cubicBezTo>
                    <a:pt x="661" y="558"/>
                    <a:pt x="661" y="558"/>
                    <a:pt x="661" y="558"/>
                  </a:cubicBezTo>
                  <a:cubicBezTo>
                    <a:pt x="661" y="422"/>
                    <a:pt x="917" y="189"/>
                    <a:pt x="1185" y="189"/>
                  </a:cubicBezTo>
                  <a:cubicBezTo>
                    <a:pt x="1457" y="189"/>
                    <a:pt x="1699" y="419"/>
                    <a:pt x="1699" y="558"/>
                  </a:cubicBezTo>
                  <a:cubicBezTo>
                    <a:pt x="1699" y="956"/>
                    <a:pt x="1699" y="956"/>
                    <a:pt x="1699" y="956"/>
                  </a:cubicBezTo>
                  <a:cubicBezTo>
                    <a:pt x="1699" y="1104"/>
                    <a:pt x="1653" y="1386"/>
                    <a:pt x="1490" y="1514"/>
                  </a:cubicBezTo>
                  <a:cubicBezTo>
                    <a:pt x="1440" y="1553"/>
                    <a:pt x="1414" y="1615"/>
                    <a:pt x="1419" y="1678"/>
                  </a:cubicBezTo>
                  <a:cubicBezTo>
                    <a:pt x="1424" y="1741"/>
                    <a:pt x="1461" y="1797"/>
                    <a:pt x="1517" y="1828"/>
                  </a:cubicBezTo>
                  <a:cubicBezTo>
                    <a:pt x="2111" y="2157"/>
                    <a:pt x="2111" y="2157"/>
                    <a:pt x="2111" y="2157"/>
                  </a:cubicBezTo>
                  <a:cubicBezTo>
                    <a:pt x="2116" y="2160"/>
                    <a:pt x="2123" y="2163"/>
                    <a:pt x="2128" y="2165"/>
                  </a:cubicBezTo>
                  <a:cubicBezTo>
                    <a:pt x="2144" y="2172"/>
                    <a:pt x="2158" y="2180"/>
                    <a:pt x="2172" y="2189"/>
                  </a:cubicBezTo>
                  <a:cubicBezTo>
                    <a:pt x="2172" y="2360"/>
                    <a:pt x="2172" y="2360"/>
                    <a:pt x="2172" y="2360"/>
                  </a:cubicBezTo>
                  <a:cubicBezTo>
                    <a:pt x="189" y="2360"/>
                    <a:pt x="189" y="2360"/>
                    <a:pt x="189" y="2360"/>
                  </a:cubicBezTo>
                  <a:close/>
                  <a:moveTo>
                    <a:pt x="189" y="2360"/>
                  </a:moveTo>
                  <a:cubicBezTo>
                    <a:pt x="189" y="2360"/>
                    <a:pt x="189" y="2360"/>
                    <a:pt x="189" y="23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7A98DEFB-F5D8-47D4-BA36-74267A47F8B5}"/>
              </a:ext>
            </a:extLst>
          </p:cNvPr>
          <p:cNvSpPr>
            <a:spLocks noEditPoints="1"/>
          </p:cNvSpPr>
          <p:nvPr/>
        </p:nvSpPr>
        <p:spPr bwMode="auto">
          <a:xfrm>
            <a:off x="9066683" y="2393489"/>
            <a:ext cx="445948" cy="443014"/>
          </a:xfrm>
          <a:custGeom>
            <a:avLst/>
            <a:gdLst>
              <a:gd name="T0" fmla="*/ 1819 w 2881"/>
              <a:gd name="T1" fmla="*/ 1849 h 2857"/>
              <a:gd name="T2" fmla="*/ 1380 w 2881"/>
              <a:gd name="T3" fmla="*/ 1410 h 2857"/>
              <a:gd name="T4" fmla="*/ 2696 w 2881"/>
              <a:gd name="T5" fmla="*/ 446 h 2857"/>
              <a:gd name="T6" fmla="*/ 2784 w 2881"/>
              <a:gd name="T7" fmla="*/ 885 h 2857"/>
              <a:gd name="T8" fmla="*/ 1751 w 2881"/>
              <a:gd name="T9" fmla="*/ 1740 h 2857"/>
              <a:gd name="T10" fmla="*/ 1512 w 2881"/>
              <a:gd name="T11" fmla="*/ 1453 h 2857"/>
              <a:gd name="T12" fmla="*/ 1329 w 2881"/>
              <a:gd name="T13" fmla="*/ 1898 h 2857"/>
              <a:gd name="T14" fmla="*/ 1863 w 2881"/>
              <a:gd name="T15" fmla="*/ 1629 h 2857"/>
              <a:gd name="T16" fmla="*/ 2256 w 2881"/>
              <a:gd name="T17" fmla="*/ 709 h 2857"/>
              <a:gd name="T18" fmla="*/ 2696 w 2881"/>
              <a:gd name="T19" fmla="*/ 620 h 2857"/>
              <a:gd name="T20" fmla="*/ 2433 w 2881"/>
              <a:gd name="T21" fmla="*/ 532 h 2857"/>
              <a:gd name="T22" fmla="*/ 2607 w 2881"/>
              <a:gd name="T23" fmla="*/ 884 h 2857"/>
              <a:gd name="T24" fmla="*/ 2696 w 2881"/>
              <a:gd name="T25" fmla="*/ 620 h 2857"/>
              <a:gd name="T26" fmla="*/ 434 w 2881"/>
              <a:gd name="T27" fmla="*/ 2050 h 2857"/>
              <a:gd name="T28" fmla="*/ 998 w 2881"/>
              <a:gd name="T29" fmla="*/ 2174 h 2857"/>
              <a:gd name="T30" fmla="*/ 1139 w 2881"/>
              <a:gd name="T31" fmla="*/ 1801 h 2857"/>
              <a:gd name="T32" fmla="*/ 434 w 2881"/>
              <a:gd name="T33" fmla="*/ 1677 h 2857"/>
              <a:gd name="T34" fmla="*/ 1139 w 2881"/>
              <a:gd name="T35" fmla="*/ 1801 h 2857"/>
              <a:gd name="T36" fmla="*/ 1055 w 2881"/>
              <a:gd name="T37" fmla="*/ 932 h 2857"/>
              <a:gd name="T38" fmla="*/ 434 w 2881"/>
              <a:gd name="T39" fmla="*/ 1056 h 2857"/>
              <a:gd name="T40" fmla="*/ 1055 w 2881"/>
              <a:gd name="T41" fmla="*/ 1429 h 2857"/>
              <a:gd name="T42" fmla="*/ 434 w 2881"/>
              <a:gd name="T43" fmla="*/ 1304 h 2857"/>
              <a:gd name="T44" fmla="*/ 1055 w 2881"/>
              <a:gd name="T45" fmla="*/ 1429 h 2857"/>
              <a:gd name="T46" fmla="*/ 1800 w 2881"/>
              <a:gd name="T47" fmla="*/ 2174 h 2857"/>
              <a:gd name="T48" fmla="*/ 1530 w 2881"/>
              <a:gd name="T49" fmla="*/ 2050 h 2857"/>
              <a:gd name="T50" fmla="*/ 1490 w 2881"/>
              <a:gd name="T51" fmla="*/ 228 h 2857"/>
              <a:gd name="T52" fmla="*/ 1614 w 2881"/>
              <a:gd name="T53" fmla="*/ 808 h 2857"/>
              <a:gd name="T54" fmla="*/ 1682 w 2881"/>
              <a:gd name="T55" fmla="*/ 932 h 2857"/>
              <a:gd name="T56" fmla="*/ 1366 w 2881"/>
              <a:gd name="T57" fmla="*/ 684 h 2857"/>
              <a:gd name="T58" fmla="*/ 248 w 2881"/>
              <a:gd name="T59" fmla="*/ 125 h 2857"/>
              <a:gd name="T60" fmla="*/ 124 w 2881"/>
              <a:gd name="T61" fmla="*/ 2608 h 2857"/>
              <a:gd name="T62" fmla="*/ 1987 w 2881"/>
              <a:gd name="T63" fmla="*/ 2733 h 2857"/>
              <a:gd name="T64" fmla="*/ 2111 w 2881"/>
              <a:gd name="T65" fmla="*/ 1733 h 2857"/>
              <a:gd name="T66" fmla="*/ 2235 w 2881"/>
              <a:gd name="T67" fmla="*/ 2608 h 2857"/>
              <a:gd name="T68" fmla="*/ 248 w 2881"/>
              <a:gd name="T69" fmla="*/ 2857 h 2857"/>
              <a:gd name="T70" fmla="*/ 0 w 2881"/>
              <a:gd name="T71" fmla="*/ 249 h 2857"/>
              <a:gd name="T72" fmla="*/ 1450 w 2881"/>
              <a:gd name="T73" fmla="*/ 0 h 2857"/>
              <a:gd name="T74" fmla="*/ 1924 w 2881"/>
              <a:gd name="T75" fmla="*/ 691 h 2857"/>
              <a:gd name="T76" fmla="*/ 1490 w 2881"/>
              <a:gd name="T77" fmla="*/ 228 h 2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81" h="2857">
                <a:moveTo>
                  <a:pt x="2784" y="885"/>
                </a:moveTo>
                <a:cubicBezTo>
                  <a:pt x="1819" y="1849"/>
                  <a:pt x="1819" y="1849"/>
                  <a:pt x="1819" y="1849"/>
                </a:cubicBezTo>
                <a:cubicBezTo>
                  <a:pt x="1116" y="2111"/>
                  <a:pt x="1116" y="2111"/>
                  <a:pt x="1116" y="2111"/>
                </a:cubicBezTo>
                <a:cubicBezTo>
                  <a:pt x="1380" y="1410"/>
                  <a:pt x="1380" y="1410"/>
                  <a:pt x="1380" y="1410"/>
                </a:cubicBezTo>
                <a:cubicBezTo>
                  <a:pt x="2344" y="446"/>
                  <a:pt x="2344" y="446"/>
                  <a:pt x="2344" y="446"/>
                </a:cubicBezTo>
                <a:cubicBezTo>
                  <a:pt x="2442" y="349"/>
                  <a:pt x="2599" y="349"/>
                  <a:pt x="2696" y="446"/>
                </a:cubicBezTo>
                <a:cubicBezTo>
                  <a:pt x="2784" y="534"/>
                  <a:pt x="2784" y="534"/>
                  <a:pt x="2784" y="534"/>
                </a:cubicBezTo>
                <a:cubicBezTo>
                  <a:pt x="2881" y="631"/>
                  <a:pt x="2881" y="788"/>
                  <a:pt x="2784" y="885"/>
                </a:cubicBezTo>
                <a:close/>
                <a:moveTo>
                  <a:pt x="1329" y="1898"/>
                </a:moveTo>
                <a:cubicBezTo>
                  <a:pt x="1751" y="1740"/>
                  <a:pt x="1751" y="1740"/>
                  <a:pt x="1751" y="1740"/>
                </a:cubicBezTo>
                <a:cubicBezTo>
                  <a:pt x="1775" y="1717"/>
                  <a:pt x="1775" y="1717"/>
                  <a:pt x="1775" y="1717"/>
                </a:cubicBezTo>
                <a:cubicBezTo>
                  <a:pt x="1512" y="1453"/>
                  <a:pt x="1512" y="1453"/>
                  <a:pt x="1512" y="1453"/>
                </a:cubicBezTo>
                <a:cubicBezTo>
                  <a:pt x="1488" y="1477"/>
                  <a:pt x="1488" y="1477"/>
                  <a:pt x="1488" y="1477"/>
                </a:cubicBezTo>
                <a:lnTo>
                  <a:pt x="1329" y="1898"/>
                </a:lnTo>
                <a:close/>
                <a:moveTo>
                  <a:pt x="1599" y="1365"/>
                </a:moveTo>
                <a:cubicBezTo>
                  <a:pt x="1863" y="1629"/>
                  <a:pt x="1863" y="1629"/>
                  <a:pt x="1863" y="1629"/>
                </a:cubicBezTo>
                <a:cubicBezTo>
                  <a:pt x="2520" y="972"/>
                  <a:pt x="2520" y="972"/>
                  <a:pt x="2520" y="972"/>
                </a:cubicBezTo>
                <a:cubicBezTo>
                  <a:pt x="2256" y="709"/>
                  <a:pt x="2256" y="709"/>
                  <a:pt x="2256" y="709"/>
                </a:cubicBezTo>
                <a:lnTo>
                  <a:pt x="1599" y="1365"/>
                </a:lnTo>
                <a:close/>
                <a:moveTo>
                  <a:pt x="2696" y="620"/>
                </a:moveTo>
                <a:cubicBezTo>
                  <a:pt x="2609" y="532"/>
                  <a:pt x="2609" y="532"/>
                  <a:pt x="2609" y="532"/>
                </a:cubicBezTo>
                <a:cubicBezTo>
                  <a:pt x="2560" y="484"/>
                  <a:pt x="2481" y="484"/>
                  <a:pt x="2433" y="532"/>
                </a:cubicBezTo>
                <a:cubicBezTo>
                  <a:pt x="2344" y="621"/>
                  <a:pt x="2344" y="621"/>
                  <a:pt x="2344" y="621"/>
                </a:cubicBezTo>
                <a:cubicBezTo>
                  <a:pt x="2607" y="884"/>
                  <a:pt x="2607" y="884"/>
                  <a:pt x="2607" y="884"/>
                </a:cubicBezTo>
                <a:cubicBezTo>
                  <a:pt x="2696" y="795"/>
                  <a:pt x="2696" y="795"/>
                  <a:pt x="2696" y="795"/>
                </a:cubicBezTo>
                <a:cubicBezTo>
                  <a:pt x="2745" y="747"/>
                  <a:pt x="2745" y="668"/>
                  <a:pt x="2696" y="620"/>
                </a:cubicBezTo>
                <a:close/>
                <a:moveTo>
                  <a:pt x="434" y="2174"/>
                </a:moveTo>
                <a:cubicBezTo>
                  <a:pt x="434" y="2050"/>
                  <a:pt x="434" y="2050"/>
                  <a:pt x="434" y="2050"/>
                </a:cubicBezTo>
                <a:cubicBezTo>
                  <a:pt x="1045" y="2050"/>
                  <a:pt x="1045" y="2050"/>
                  <a:pt x="1045" y="2050"/>
                </a:cubicBezTo>
                <a:cubicBezTo>
                  <a:pt x="998" y="2174"/>
                  <a:pt x="998" y="2174"/>
                  <a:pt x="998" y="2174"/>
                </a:cubicBezTo>
                <a:lnTo>
                  <a:pt x="434" y="2174"/>
                </a:lnTo>
                <a:close/>
                <a:moveTo>
                  <a:pt x="1139" y="1801"/>
                </a:moveTo>
                <a:cubicBezTo>
                  <a:pt x="434" y="1801"/>
                  <a:pt x="434" y="1801"/>
                  <a:pt x="434" y="1801"/>
                </a:cubicBezTo>
                <a:cubicBezTo>
                  <a:pt x="434" y="1677"/>
                  <a:pt x="434" y="1677"/>
                  <a:pt x="434" y="1677"/>
                </a:cubicBezTo>
                <a:cubicBezTo>
                  <a:pt x="1185" y="1677"/>
                  <a:pt x="1185" y="1677"/>
                  <a:pt x="1185" y="1677"/>
                </a:cubicBezTo>
                <a:lnTo>
                  <a:pt x="1139" y="1801"/>
                </a:lnTo>
                <a:close/>
                <a:moveTo>
                  <a:pt x="434" y="932"/>
                </a:moveTo>
                <a:cubicBezTo>
                  <a:pt x="1055" y="932"/>
                  <a:pt x="1055" y="932"/>
                  <a:pt x="1055" y="932"/>
                </a:cubicBezTo>
                <a:cubicBezTo>
                  <a:pt x="1055" y="1056"/>
                  <a:pt x="1055" y="1056"/>
                  <a:pt x="1055" y="1056"/>
                </a:cubicBezTo>
                <a:cubicBezTo>
                  <a:pt x="434" y="1056"/>
                  <a:pt x="434" y="1056"/>
                  <a:pt x="434" y="1056"/>
                </a:cubicBezTo>
                <a:lnTo>
                  <a:pt x="434" y="932"/>
                </a:lnTo>
                <a:close/>
                <a:moveTo>
                  <a:pt x="1055" y="1429"/>
                </a:moveTo>
                <a:cubicBezTo>
                  <a:pt x="434" y="1429"/>
                  <a:pt x="434" y="1429"/>
                  <a:pt x="434" y="1429"/>
                </a:cubicBezTo>
                <a:cubicBezTo>
                  <a:pt x="434" y="1304"/>
                  <a:pt x="434" y="1304"/>
                  <a:pt x="434" y="1304"/>
                </a:cubicBezTo>
                <a:cubicBezTo>
                  <a:pt x="1055" y="1304"/>
                  <a:pt x="1055" y="1304"/>
                  <a:pt x="1055" y="1304"/>
                </a:cubicBezTo>
                <a:lnTo>
                  <a:pt x="1055" y="1429"/>
                </a:lnTo>
                <a:close/>
                <a:moveTo>
                  <a:pt x="1800" y="2050"/>
                </a:moveTo>
                <a:cubicBezTo>
                  <a:pt x="1800" y="2174"/>
                  <a:pt x="1800" y="2174"/>
                  <a:pt x="1800" y="2174"/>
                </a:cubicBezTo>
                <a:cubicBezTo>
                  <a:pt x="1197" y="2174"/>
                  <a:pt x="1197" y="2174"/>
                  <a:pt x="1197" y="2174"/>
                </a:cubicBezTo>
                <a:cubicBezTo>
                  <a:pt x="1530" y="2050"/>
                  <a:pt x="1530" y="2050"/>
                  <a:pt x="1530" y="2050"/>
                </a:cubicBezTo>
                <a:lnTo>
                  <a:pt x="1800" y="2050"/>
                </a:lnTo>
                <a:close/>
                <a:moveTo>
                  <a:pt x="1490" y="228"/>
                </a:moveTo>
                <a:cubicBezTo>
                  <a:pt x="1490" y="684"/>
                  <a:pt x="1490" y="684"/>
                  <a:pt x="1490" y="684"/>
                </a:cubicBezTo>
                <a:cubicBezTo>
                  <a:pt x="1490" y="752"/>
                  <a:pt x="1545" y="808"/>
                  <a:pt x="1614" y="808"/>
                </a:cubicBezTo>
                <a:cubicBezTo>
                  <a:pt x="1807" y="808"/>
                  <a:pt x="1807" y="808"/>
                  <a:pt x="1807" y="808"/>
                </a:cubicBezTo>
                <a:cubicBezTo>
                  <a:pt x="1682" y="932"/>
                  <a:pt x="1682" y="932"/>
                  <a:pt x="1682" y="932"/>
                </a:cubicBezTo>
                <a:cubicBezTo>
                  <a:pt x="1614" y="932"/>
                  <a:pt x="1614" y="932"/>
                  <a:pt x="1614" y="932"/>
                </a:cubicBezTo>
                <a:cubicBezTo>
                  <a:pt x="1477" y="932"/>
                  <a:pt x="1366" y="821"/>
                  <a:pt x="1366" y="684"/>
                </a:cubicBezTo>
                <a:cubicBezTo>
                  <a:pt x="1366" y="125"/>
                  <a:pt x="1366" y="125"/>
                  <a:pt x="1366" y="125"/>
                </a:cubicBezTo>
                <a:cubicBezTo>
                  <a:pt x="248" y="125"/>
                  <a:pt x="248" y="125"/>
                  <a:pt x="248" y="125"/>
                </a:cubicBezTo>
                <a:cubicBezTo>
                  <a:pt x="179" y="125"/>
                  <a:pt x="124" y="180"/>
                  <a:pt x="124" y="249"/>
                </a:cubicBezTo>
                <a:cubicBezTo>
                  <a:pt x="124" y="2608"/>
                  <a:pt x="124" y="2608"/>
                  <a:pt x="124" y="2608"/>
                </a:cubicBezTo>
                <a:cubicBezTo>
                  <a:pt x="124" y="2677"/>
                  <a:pt x="179" y="2733"/>
                  <a:pt x="248" y="2733"/>
                </a:cubicBezTo>
                <a:cubicBezTo>
                  <a:pt x="1987" y="2733"/>
                  <a:pt x="1987" y="2733"/>
                  <a:pt x="1987" y="2733"/>
                </a:cubicBezTo>
                <a:cubicBezTo>
                  <a:pt x="2055" y="2733"/>
                  <a:pt x="2111" y="2677"/>
                  <a:pt x="2111" y="2608"/>
                </a:cubicBezTo>
                <a:cubicBezTo>
                  <a:pt x="2111" y="1733"/>
                  <a:pt x="2111" y="1733"/>
                  <a:pt x="2111" y="1733"/>
                </a:cubicBezTo>
                <a:cubicBezTo>
                  <a:pt x="2235" y="1609"/>
                  <a:pt x="2235" y="1609"/>
                  <a:pt x="2235" y="1609"/>
                </a:cubicBezTo>
                <a:cubicBezTo>
                  <a:pt x="2235" y="2608"/>
                  <a:pt x="2235" y="2608"/>
                  <a:pt x="2235" y="2608"/>
                </a:cubicBezTo>
                <a:cubicBezTo>
                  <a:pt x="2235" y="2746"/>
                  <a:pt x="2124" y="2857"/>
                  <a:pt x="1987" y="2857"/>
                </a:cubicBezTo>
                <a:cubicBezTo>
                  <a:pt x="248" y="2857"/>
                  <a:pt x="248" y="2857"/>
                  <a:pt x="248" y="2857"/>
                </a:cubicBezTo>
                <a:cubicBezTo>
                  <a:pt x="111" y="2857"/>
                  <a:pt x="0" y="2746"/>
                  <a:pt x="0" y="2608"/>
                </a:cubicBezTo>
                <a:cubicBezTo>
                  <a:pt x="0" y="249"/>
                  <a:pt x="0" y="249"/>
                  <a:pt x="0" y="249"/>
                </a:cubicBezTo>
                <a:cubicBezTo>
                  <a:pt x="0" y="112"/>
                  <a:pt x="111" y="0"/>
                  <a:pt x="248" y="0"/>
                </a:cubicBezTo>
                <a:cubicBezTo>
                  <a:pt x="1450" y="0"/>
                  <a:pt x="1450" y="0"/>
                  <a:pt x="1450" y="0"/>
                </a:cubicBezTo>
                <a:cubicBezTo>
                  <a:pt x="2010" y="604"/>
                  <a:pt x="2010" y="604"/>
                  <a:pt x="2010" y="604"/>
                </a:cubicBezTo>
                <a:cubicBezTo>
                  <a:pt x="1924" y="691"/>
                  <a:pt x="1924" y="691"/>
                  <a:pt x="1924" y="691"/>
                </a:cubicBezTo>
                <a:lnTo>
                  <a:pt x="1490" y="228"/>
                </a:lnTo>
                <a:close/>
                <a:moveTo>
                  <a:pt x="1490" y="228"/>
                </a:moveTo>
                <a:cubicBezTo>
                  <a:pt x="1490" y="228"/>
                  <a:pt x="1490" y="228"/>
                  <a:pt x="1490" y="228"/>
                </a:cubicBezTo>
              </a:path>
            </a:pathLst>
          </a:custGeom>
          <a:solidFill>
            <a:srgbClr val="D41F3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5">
            <a:extLst>
              <a:ext uri="{FF2B5EF4-FFF2-40B4-BE49-F238E27FC236}">
                <a16:creationId xmlns:a16="http://schemas.microsoft.com/office/drawing/2014/main" id="{61DA6AAB-172C-40AB-A743-A9876FFEB04C}"/>
              </a:ext>
            </a:extLst>
          </p:cNvPr>
          <p:cNvSpPr>
            <a:spLocks noEditPoints="1"/>
          </p:cNvSpPr>
          <p:nvPr/>
        </p:nvSpPr>
        <p:spPr bwMode="auto">
          <a:xfrm>
            <a:off x="5873605" y="2389087"/>
            <a:ext cx="451817" cy="451818"/>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rgbClr val="D41F3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文本框 22">
            <a:extLst>
              <a:ext uri="{FF2B5EF4-FFF2-40B4-BE49-F238E27FC236}">
                <a16:creationId xmlns:a16="http://schemas.microsoft.com/office/drawing/2014/main" id="{43266B13-75C4-4B27-BDCE-992F1E30C1E7}"/>
              </a:ext>
            </a:extLst>
          </p:cNvPr>
          <p:cNvSpPr txBox="1"/>
          <p:nvPr/>
        </p:nvSpPr>
        <p:spPr>
          <a:xfrm>
            <a:off x="5091068" y="3029729"/>
            <a:ext cx="1996174" cy="400110"/>
          </a:xfrm>
          <a:prstGeom prst="rect">
            <a:avLst/>
          </a:prstGeom>
          <a:noFill/>
        </p:spPr>
        <p:txBody>
          <a:bodyPr wrap="square" rtlCol="0">
            <a:spAutoFit/>
          </a:bodyPr>
          <a:lstStyle/>
          <a:p>
            <a:pPr algn="ctr"/>
            <a:r>
              <a:rPr lang="zh-CN" altLang="en-US" sz="2000" dirty="0">
                <a:solidFill>
                  <a:srgbClr val="3F3F3F"/>
                </a:solidFill>
                <a:latin typeface="微软雅黑" panose="020B0503020204020204" pitchFamily="34" charset="-122"/>
                <a:ea typeface="微软雅黑" panose="020B0503020204020204" pitchFamily="34" charset="-122"/>
              </a:rPr>
              <a:t>输入标题</a:t>
            </a:r>
          </a:p>
        </p:txBody>
      </p:sp>
      <p:sp>
        <p:nvSpPr>
          <p:cNvPr id="24" name="文本框 23">
            <a:extLst>
              <a:ext uri="{FF2B5EF4-FFF2-40B4-BE49-F238E27FC236}">
                <a16:creationId xmlns:a16="http://schemas.microsoft.com/office/drawing/2014/main" id="{B051F7F7-8D65-4C12-9141-244CAF94CAA8}"/>
              </a:ext>
            </a:extLst>
          </p:cNvPr>
          <p:cNvSpPr txBox="1"/>
          <p:nvPr/>
        </p:nvSpPr>
        <p:spPr>
          <a:xfrm>
            <a:off x="1755276" y="3624099"/>
            <a:ext cx="2334610" cy="1078885"/>
          </a:xfrm>
          <a:prstGeom prst="rect">
            <a:avLst/>
          </a:prstGeom>
          <a:noFill/>
        </p:spPr>
        <p:txBody>
          <a:bodyPr wrap="square" rtlCol="0">
            <a:spAutoFit/>
          </a:bodyPr>
          <a:lstStyle/>
          <a:p>
            <a:pPr algn="ctr">
              <a:lnSpc>
                <a:spcPct val="150000"/>
              </a:lnSpc>
            </a:pPr>
            <a:r>
              <a:rPr lang="zh-CN" altLang="en-US" sz="105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a:p>
            <a:pPr algn="ctr">
              <a:lnSpc>
                <a:spcPct val="150000"/>
              </a:lnSpc>
            </a:pPr>
            <a:endParaRPr lang="zh-CN" altLang="en-US" sz="1100" spc="40" dirty="0">
              <a:solidFill>
                <a:srgbClr val="3F3F3F"/>
              </a:solidFill>
              <a:latin typeface="印品黑体" panose="00000500000000000000" pitchFamily="2" charset="-122"/>
              <a:ea typeface="印品黑体" panose="00000500000000000000" pitchFamily="2" charset="-122"/>
              <a:cs typeface="Arial" panose="020B0604020202020204" pitchFamily="34" charset="0"/>
            </a:endParaRPr>
          </a:p>
        </p:txBody>
      </p:sp>
      <p:sp>
        <p:nvSpPr>
          <p:cNvPr id="25" name="文本框 24">
            <a:extLst>
              <a:ext uri="{FF2B5EF4-FFF2-40B4-BE49-F238E27FC236}">
                <a16:creationId xmlns:a16="http://schemas.microsoft.com/office/drawing/2014/main" id="{F5FAE716-BA9D-4191-830C-B09D8E8602F2}"/>
              </a:ext>
            </a:extLst>
          </p:cNvPr>
          <p:cNvSpPr txBox="1"/>
          <p:nvPr/>
        </p:nvSpPr>
        <p:spPr>
          <a:xfrm>
            <a:off x="1924494" y="3029729"/>
            <a:ext cx="1996174" cy="400110"/>
          </a:xfrm>
          <a:prstGeom prst="rect">
            <a:avLst/>
          </a:prstGeom>
          <a:noFill/>
        </p:spPr>
        <p:txBody>
          <a:bodyPr wrap="square" rtlCol="0">
            <a:spAutoFit/>
          </a:bodyPr>
          <a:lstStyle/>
          <a:p>
            <a:pPr algn="ctr"/>
            <a:r>
              <a:rPr lang="zh-CN" altLang="en-US" sz="2000" dirty="0">
                <a:solidFill>
                  <a:srgbClr val="3F3F3F"/>
                </a:solidFill>
                <a:latin typeface="微软雅黑" panose="020B0503020204020204" pitchFamily="34" charset="-122"/>
                <a:ea typeface="微软雅黑" panose="020B0503020204020204" pitchFamily="34" charset="-122"/>
              </a:rPr>
              <a:t>输入标题</a:t>
            </a:r>
          </a:p>
        </p:txBody>
      </p:sp>
      <p:sp>
        <p:nvSpPr>
          <p:cNvPr id="26" name="文本框 25">
            <a:extLst>
              <a:ext uri="{FF2B5EF4-FFF2-40B4-BE49-F238E27FC236}">
                <a16:creationId xmlns:a16="http://schemas.microsoft.com/office/drawing/2014/main" id="{52EA84DF-6390-477C-AB13-7D01994A9B83}"/>
              </a:ext>
            </a:extLst>
          </p:cNvPr>
          <p:cNvSpPr txBox="1"/>
          <p:nvPr/>
        </p:nvSpPr>
        <p:spPr>
          <a:xfrm>
            <a:off x="8297711" y="3029729"/>
            <a:ext cx="1996174" cy="400110"/>
          </a:xfrm>
          <a:prstGeom prst="rect">
            <a:avLst/>
          </a:prstGeom>
          <a:noFill/>
        </p:spPr>
        <p:txBody>
          <a:bodyPr wrap="square" rtlCol="0">
            <a:spAutoFit/>
          </a:bodyPr>
          <a:lstStyle/>
          <a:p>
            <a:pPr algn="ctr"/>
            <a:r>
              <a:rPr lang="zh-CN" altLang="en-US" sz="2000" dirty="0">
                <a:solidFill>
                  <a:srgbClr val="3F3F3F"/>
                </a:solidFill>
                <a:latin typeface="微软雅黑" panose="020B0503020204020204" pitchFamily="34" charset="-122"/>
                <a:ea typeface="微软雅黑" panose="020B0503020204020204" pitchFamily="34" charset="-122"/>
              </a:rPr>
              <a:t>输入标题</a:t>
            </a:r>
          </a:p>
        </p:txBody>
      </p:sp>
      <p:sp>
        <p:nvSpPr>
          <p:cNvPr id="27" name="文本框 26">
            <a:extLst>
              <a:ext uri="{FF2B5EF4-FFF2-40B4-BE49-F238E27FC236}">
                <a16:creationId xmlns:a16="http://schemas.microsoft.com/office/drawing/2014/main" id="{C58D1FAB-FF4C-4A97-B397-7AAE7ED1F120}"/>
              </a:ext>
            </a:extLst>
          </p:cNvPr>
          <p:cNvSpPr txBox="1"/>
          <p:nvPr/>
        </p:nvSpPr>
        <p:spPr>
          <a:xfrm>
            <a:off x="4937987" y="3624099"/>
            <a:ext cx="2334610" cy="824200"/>
          </a:xfrm>
          <a:prstGeom prst="rect">
            <a:avLst/>
          </a:prstGeom>
          <a:noFill/>
        </p:spPr>
        <p:txBody>
          <a:bodyPr wrap="square" rtlCol="0">
            <a:spAutoFit/>
          </a:bodyPr>
          <a:lstStyle/>
          <a:p>
            <a:pPr algn="ctr">
              <a:lnSpc>
                <a:spcPct val="150000"/>
              </a:lnSpc>
            </a:pPr>
            <a:r>
              <a:rPr lang="zh-CN" altLang="en-US" sz="110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sp>
        <p:nvSpPr>
          <p:cNvPr id="28" name="文本框 27">
            <a:extLst>
              <a:ext uri="{FF2B5EF4-FFF2-40B4-BE49-F238E27FC236}">
                <a16:creationId xmlns:a16="http://schemas.microsoft.com/office/drawing/2014/main" id="{6ED38AE5-AAF5-43FE-85A0-7C203DAD7553}"/>
              </a:ext>
            </a:extLst>
          </p:cNvPr>
          <p:cNvSpPr txBox="1"/>
          <p:nvPr/>
        </p:nvSpPr>
        <p:spPr>
          <a:xfrm>
            <a:off x="8120698" y="3624099"/>
            <a:ext cx="2334610" cy="824200"/>
          </a:xfrm>
          <a:prstGeom prst="rect">
            <a:avLst/>
          </a:prstGeom>
          <a:noFill/>
        </p:spPr>
        <p:txBody>
          <a:bodyPr wrap="square" rtlCol="0">
            <a:spAutoFit/>
          </a:bodyPr>
          <a:lstStyle/>
          <a:p>
            <a:pPr algn="ctr">
              <a:lnSpc>
                <a:spcPct val="150000"/>
              </a:lnSpc>
            </a:pPr>
            <a:r>
              <a:rPr lang="zh-CN" altLang="en-US" sz="110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a:t>
            </a:r>
          </a:p>
        </p:txBody>
      </p:sp>
      <p:sp>
        <p:nvSpPr>
          <p:cNvPr id="29" name="矩形 28">
            <a:extLst>
              <a:ext uri="{FF2B5EF4-FFF2-40B4-BE49-F238E27FC236}">
                <a16:creationId xmlns:a16="http://schemas.microsoft.com/office/drawing/2014/main" id="{D8A050E8-472F-4997-818B-DA56422E60C1}"/>
              </a:ext>
            </a:extLst>
          </p:cNvPr>
          <p:cNvSpPr/>
          <p:nvPr/>
        </p:nvSpPr>
        <p:spPr>
          <a:xfrm>
            <a:off x="2778580" y="3479154"/>
            <a:ext cx="288000" cy="28800"/>
          </a:xfrm>
          <a:prstGeom prst="rect">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ndParaRPr>
          </a:p>
        </p:txBody>
      </p:sp>
      <p:sp>
        <p:nvSpPr>
          <p:cNvPr id="30" name="矩形 29">
            <a:extLst>
              <a:ext uri="{FF2B5EF4-FFF2-40B4-BE49-F238E27FC236}">
                <a16:creationId xmlns:a16="http://schemas.microsoft.com/office/drawing/2014/main" id="{AC711612-05BA-4093-AA6E-0020FA0A18B7}"/>
              </a:ext>
            </a:extLst>
          </p:cNvPr>
          <p:cNvSpPr/>
          <p:nvPr/>
        </p:nvSpPr>
        <p:spPr>
          <a:xfrm>
            <a:off x="5952000" y="3479154"/>
            <a:ext cx="288000" cy="28800"/>
          </a:xfrm>
          <a:prstGeom prst="rect">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ndParaRPr>
          </a:p>
        </p:txBody>
      </p:sp>
      <p:sp>
        <p:nvSpPr>
          <p:cNvPr id="31" name="矩形 30">
            <a:extLst>
              <a:ext uri="{FF2B5EF4-FFF2-40B4-BE49-F238E27FC236}">
                <a16:creationId xmlns:a16="http://schemas.microsoft.com/office/drawing/2014/main" id="{D83C5965-50EC-4CC3-A6B4-051B3D0A5D4F}"/>
              </a:ext>
            </a:extLst>
          </p:cNvPr>
          <p:cNvSpPr/>
          <p:nvPr/>
        </p:nvSpPr>
        <p:spPr>
          <a:xfrm>
            <a:off x="9141830" y="3479154"/>
            <a:ext cx="288000" cy="28800"/>
          </a:xfrm>
          <a:prstGeom prst="rect">
            <a:avLst/>
          </a:prstGeom>
          <a:solidFill>
            <a:srgbClr val="D41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ndParaRPr>
          </a:p>
        </p:txBody>
      </p:sp>
      <p:sp>
        <p:nvSpPr>
          <p:cNvPr id="32" name="文本框 31">
            <a:extLst>
              <a:ext uri="{FF2B5EF4-FFF2-40B4-BE49-F238E27FC236}">
                <a16:creationId xmlns:a16="http://schemas.microsoft.com/office/drawing/2014/main" id="{3D5A9C57-45AB-40F0-8F4C-0975FF7CEB0B}"/>
              </a:ext>
            </a:extLst>
          </p:cNvPr>
          <p:cNvSpPr txBox="1"/>
          <p:nvPr/>
        </p:nvSpPr>
        <p:spPr>
          <a:xfrm>
            <a:off x="1070517" y="5521711"/>
            <a:ext cx="10069551" cy="1078116"/>
          </a:xfrm>
          <a:prstGeom prst="rect">
            <a:avLst/>
          </a:prstGeom>
          <a:noFill/>
        </p:spPr>
        <p:txBody>
          <a:bodyPr wrap="square" rtlCol="0">
            <a:spAutoFit/>
          </a:bodyPr>
          <a:lstStyle/>
          <a:p>
            <a:pPr algn="ctr">
              <a:lnSpc>
                <a:spcPct val="150000"/>
              </a:lnSpc>
            </a:pPr>
            <a:r>
              <a:rPr lang="zh-CN" altLang="en-US" sz="110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rPr>
              <a:t>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输入内文</a:t>
            </a:r>
          </a:p>
          <a:p>
            <a:pPr algn="ctr">
              <a:lnSpc>
                <a:spcPct val="150000"/>
              </a:lnSpc>
            </a:pPr>
            <a:endParaRPr lang="zh-CN" altLang="en-US" sz="1100" spc="40" dirty="0">
              <a:solidFill>
                <a:srgbClr val="3F3F3F"/>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33" name="图形 32">
            <a:extLst>
              <a:ext uri="{FF2B5EF4-FFF2-40B4-BE49-F238E27FC236}">
                <a16:creationId xmlns:a16="http://schemas.microsoft.com/office/drawing/2014/main" id="{7ECADB7E-1EAF-9BB3-D53B-84EDAA3E18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7988" y="393247"/>
            <a:ext cx="1370998" cy="958712"/>
          </a:xfrm>
          <a:prstGeom prst="rect">
            <a:avLst/>
          </a:prstGeom>
        </p:spPr>
      </p:pic>
      <p:sp>
        <p:nvSpPr>
          <p:cNvPr id="34" name="文本框 33">
            <a:extLst>
              <a:ext uri="{FF2B5EF4-FFF2-40B4-BE49-F238E27FC236}">
                <a16:creationId xmlns:a16="http://schemas.microsoft.com/office/drawing/2014/main" id="{0B8CA3AB-6A9B-D13B-4DC9-75DC1C826089}"/>
              </a:ext>
            </a:extLst>
          </p:cNvPr>
          <p:cNvSpPr txBox="1"/>
          <p:nvPr/>
        </p:nvSpPr>
        <p:spPr>
          <a:xfrm>
            <a:off x="2028237" y="515093"/>
            <a:ext cx="1888440" cy="400110"/>
          </a:xfrm>
          <a:prstGeom prst="rect">
            <a:avLst/>
          </a:prstGeom>
          <a:noFill/>
        </p:spPr>
        <p:txBody>
          <a:bodyPr wrap="square" rtlCol="0">
            <a:spAutoFit/>
          </a:bodyPr>
          <a:lstStyle/>
          <a:p>
            <a:pPr algn="dist"/>
            <a:r>
              <a:rPr lang="zh-CN" altLang="en-US" sz="2000" b="1" dirty="0">
                <a:solidFill>
                  <a:schemeClr val="bg1">
                    <a:lumMod val="95000"/>
                  </a:schemeClr>
                </a:solidFill>
                <a:latin typeface="微软雅黑" panose="020B0503020204020204" pitchFamily="34" charset="-122"/>
                <a:ea typeface="微软雅黑" panose="020B0503020204020204" pitchFamily="34" charset="-122"/>
              </a:rPr>
              <a:t>板式样式四</a:t>
            </a:r>
          </a:p>
        </p:txBody>
      </p:sp>
      <p:sp>
        <p:nvSpPr>
          <p:cNvPr id="35" name="文本框 34">
            <a:extLst>
              <a:ext uri="{FF2B5EF4-FFF2-40B4-BE49-F238E27FC236}">
                <a16:creationId xmlns:a16="http://schemas.microsoft.com/office/drawing/2014/main" id="{1B66FCE6-5BE0-E922-EE13-A482C82DD48B}"/>
              </a:ext>
            </a:extLst>
          </p:cNvPr>
          <p:cNvSpPr txBox="1"/>
          <p:nvPr/>
        </p:nvSpPr>
        <p:spPr>
          <a:xfrm>
            <a:off x="2035353" y="820119"/>
            <a:ext cx="5607919" cy="261610"/>
          </a:xfrm>
          <a:prstGeom prst="rect">
            <a:avLst/>
          </a:prstGeom>
          <a:noFill/>
        </p:spPr>
        <p:txBody>
          <a:bodyPr wrap="square" rtlCol="0">
            <a:spAutoFit/>
          </a:bodyPr>
          <a:lstStyle/>
          <a:p>
            <a:r>
              <a:rPr lang="en-US" altLang="zh-CN" sz="1100" dirty="0">
                <a:solidFill>
                  <a:schemeClr val="bg1">
                    <a:lumMod val="95000"/>
                  </a:schemeClr>
                </a:solidFill>
                <a:latin typeface="印品黑体" panose="00000500000000000000" pitchFamily="2" charset="-122"/>
                <a:ea typeface="印品黑体" panose="00000500000000000000" pitchFamily="2" charset="-122"/>
              </a:rPr>
              <a:t>BANSHIYANGSHISI</a:t>
            </a:r>
          </a:p>
        </p:txBody>
      </p:sp>
      <p:cxnSp>
        <p:nvCxnSpPr>
          <p:cNvPr id="37" name="直接连接符 36">
            <a:extLst>
              <a:ext uri="{FF2B5EF4-FFF2-40B4-BE49-F238E27FC236}">
                <a16:creationId xmlns:a16="http://schemas.microsoft.com/office/drawing/2014/main" id="{C74EB01C-D090-26F7-41EB-CE96007A0FAE}"/>
              </a:ext>
            </a:extLst>
          </p:cNvPr>
          <p:cNvCxnSpPr>
            <a:cxnSpLocks/>
          </p:cNvCxnSpPr>
          <p:nvPr/>
        </p:nvCxnSpPr>
        <p:spPr>
          <a:xfrm>
            <a:off x="1950102" y="577512"/>
            <a:ext cx="0" cy="460648"/>
          </a:xfrm>
          <a:prstGeom prst="line">
            <a:avLst/>
          </a:prstGeom>
          <a:ln w="12700">
            <a:solidFill>
              <a:schemeClr val="bg1">
                <a:lumMod val="9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77817142"/>
      </p:ext>
    </p:extLst>
  </p:cSld>
  <p:clrMapOvr>
    <a:masterClrMapping/>
  </p:clrMapOvr>
  <p:transition spd="slow" advClick="0" advTm="9000">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AA5D1260-BB95-1E8C-CEBA-7627AC300280}"/>
              </a:ext>
            </a:extLst>
          </p:cNvPr>
          <p:cNvPicPr>
            <a:picLocks noChangeAspect="1"/>
          </p:cNvPicPr>
          <p:nvPr/>
        </p:nvPicPr>
        <p:blipFill rotWithShape="1">
          <a:blip r:embed="rId2">
            <a:extLst>
              <a:ext uri="{28A0092B-C50C-407E-A947-70E740481C1C}">
                <a14:useLocalDpi xmlns:a14="http://schemas.microsoft.com/office/drawing/2010/main" val="0"/>
              </a:ext>
            </a:extLst>
          </a:blip>
          <a:srcRect t="32175" b="18452"/>
          <a:stretch/>
        </p:blipFill>
        <p:spPr>
          <a:xfrm>
            <a:off x="-19494" y="-1"/>
            <a:ext cx="12211494" cy="4019551"/>
          </a:xfrm>
          <a:prstGeom prst="rect">
            <a:avLst/>
          </a:prstGeom>
        </p:spPr>
      </p:pic>
      <p:sp>
        <p:nvSpPr>
          <p:cNvPr id="11" name="矩形 10">
            <a:extLst>
              <a:ext uri="{FF2B5EF4-FFF2-40B4-BE49-F238E27FC236}">
                <a16:creationId xmlns:a16="http://schemas.microsoft.com/office/drawing/2014/main" id="{D038F01D-406A-47CA-8A24-8BECF918D420}"/>
              </a:ext>
            </a:extLst>
          </p:cNvPr>
          <p:cNvSpPr/>
          <p:nvPr/>
        </p:nvSpPr>
        <p:spPr>
          <a:xfrm>
            <a:off x="0" y="0"/>
            <a:ext cx="12191999" cy="4019550"/>
          </a:xfrm>
          <a:prstGeom prst="rect">
            <a:avLst/>
          </a:prstGeom>
          <a:gradFill flip="none" rotWithShape="1">
            <a:gsLst>
              <a:gs pos="0">
                <a:srgbClr val="C9332F"/>
              </a:gs>
              <a:gs pos="50000">
                <a:srgbClr val="D61D3D">
                  <a:alpha val="80000"/>
                </a:srgbClr>
              </a:gs>
              <a:gs pos="100000">
                <a:srgbClr val="C9332F"/>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3" name="图形 32">
            <a:extLst>
              <a:ext uri="{FF2B5EF4-FFF2-40B4-BE49-F238E27FC236}">
                <a16:creationId xmlns:a16="http://schemas.microsoft.com/office/drawing/2014/main" id="{7ECADB7E-1EAF-9BB3-D53B-84EDAA3E18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7988" y="393247"/>
            <a:ext cx="1370998" cy="958712"/>
          </a:xfrm>
          <a:prstGeom prst="rect">
            <a:avLst/>
          </a:prstGeom>
        </p:spPr>
      </p:pic>
      <p:sp>
        <p:nvSpPr>
          <p:cNvPr id="34" name="文本框 33">
            <a:extLst>
              <a:ext uri="{FF2B5EF4-FFF2-40B4-BE49-F238E27FC236}">
                <a16:creationId xmlns:a16="http://schemas.microsoft.com/office/drawing/2014/main" id="{0B8CA3AB-6A9B-D13B-4DC9-75DC1C826089}"/>
              </a:ext>
            </a:extLst>
          </p:cNvPr>
          <p:cNvSpPr txBox="1"/>
          <p:nvPr/>
        </p:nvSpPr>
        <p:spPr>
          <a:xfrm>
            <a:off x="2028237" y="515093"/>
            <a:ext cx="1888440" cy="400110"/>
          </a:xfrm>
          <a:prstGeom prst="rect">
            <a:avLst/>
          </a:prstGeom>
          <a:noFill/>
        </p:spPr>
        <p:txBody>
          <a:bodyPr wrap="square" rtlCol="0">
            <a:spAutoFit/>
          </a:bodyPr>
          <a:lstStyle/>
          <a:p>
            <a:pPr algn="dist"/>
            <a:r>
              <a:rPr lang="zh-CN" altLang="en-US" sz="2000" b="1" dirty="0">
                <a:solidFill>
                  <a:schemeClr val="bg1">
                    <a:lumMod val="95000"/>
                  </a:schemeClr>
                </a:solidFill>
                <a:latin typeface="微软雅黑" panose="020B0503020204020204" pitchFamily="34" charset="-122"/>
                <a:ea typeface="微软雅黑" panose="020B0503020204020204" pitchFamily="34" charset="-122"/>
              </a:rPr>
              <a:t>板式样式五</a:t>
            </a:r>
          </a:p>
        </p:txBody>
      </p:sp>
      <p:sp>
        <p:nvSpPr>
          <p:cNvPr id="35" name="文本框 34">
            <a:extLst>
              <a:ext uri="{FF2B5EF4-FFF2-40B4-BE49-F238E27FC236}">
                <a16:creationId xmlns:a16="http://schemas.microsoft.com/office/drawing/2014/main" id="{1B66FCE6-5BE0-E922-EE13-A482C82DD48B}"/>
              </a:ext>
            </a:extLst>
          </p:cNvPr>
          <p:cNvSpPr txBox="1"/>
          <p:nvPr/>
        </p:nvSpPr>
        <p:spPr>
          <a:xfrm>
            <a:off x="2035353" y="820119"/>
            <a:ext cx="5607919" cy="261610"/>
          </a:xfrm>
          <a:prstGeom prst="rect">
            <a:avLst/>
          </a:prstGeom>
          <a:noFill/>
        </p:spPr>
        <p:txBody>
          <a:bodyPr wrap="square" rtlCol="0">
            <a:spAutoFit/>
          </a:bodyPr>
          <a:lstStyle/>
          <a:p>
            <a:r>
              <a:rPr lang="en-US" altLang="zh-CN" sz="1100" dirty="0">
                <a:solidFill>
                  <a:schemeClr val="bg1">
                    <a:lumMod val="95000"/>
                  </a:schemeClr>
                </a:solidFill>
                <a:latin typeface="印品黑体" panose="00000500000000000000" pitchFamily="2" charset="-122"/>
                <a:ea typeface="印品黑体" panose="00000500000000000000" pitchFamily="2" charset="-122"/>
              </a:rPr>
              <a:t>BANSHIYANGSHIWU</a:t>
            </a:r>
          </a:p>
        </p:txBody>
      </p:sp>
      <p:cxnSp>
        <p:nvCxnSpPr>
          <p:cNvPr id="37" name="直接连接符 36">
            <a:extLst>
              <a:ext uri="{FF2B5EF4-FFF2-40B4-BE49-F238E27FC236}">
                <a16:creationId xmlns:a16="http://schemas.microsoft.com/office/drawing/2014/main" id="{C74EB01C-D090-26F7-41EB-CE96007A0FAE}"/>
              </a:ext>
            </a:extLst>
          </p:cNvPr>
          <p:cNvCxnSpPr>
            <a:cxnSpLocks/>
          </p:cNvCxnSpPr>
          <p:nvPr/>
        </p:nvCxnSpPr>
        <p:spPr>
          <a:xfrm>
            <a:off x="1950102" y="577512"/>
            <a:ext cx="0" cy="460648"/>
          </a:xfrm>
          <a:prstGeom prst="line">
            <a:avLst/>
          </a:prstGeom>
          <a:ln w="12700">
            <a:solidFill>
              <a:schemeClr val="bg1">
                <a:lumMod val="95000"/>
              </a:schemeClr>
            </a:solidFill>
          </a:ln>
        </p:spPr>
        <p:style>
          <a:lnRef idx="1">
            <a:schemeClr val="dk1"/>
          </a:lnRef>
          <a:fillRef idx="0">
            <a:schemeClr val="dk1"/>
          </a:fillRef>
          <a:effectRef idx="0">
            <a:schemeClr val="dk1"/>
          </a:effectRef>
          <a:fontRef idx="minor">
            <a:schemeClr val="tx1"/>
          </a:fontRef>
        </p:style>
      </p:cxnSp>
      <p:grpSp>
        <p:nvGrpSpPr>
          <p:cNvPr id="36" name="组合 35">
            <a:extLst>
              <a:ext uri="{FF2B5EF4-FFF2-40B4-BE49-F238E27FC236}">
                <a16:creationId xmlns:a16="http://schemas.microsoft.com/office/drawing/2014/main" id="{1E24EFBD-2A03-7846-DC5E-DD51FFB450E1}"/>
              </a:ext>
            </a:extLst>
          </p:cNvPr>
          <p:cNvGrpSpPr/>
          <p:nvPr/>
        </p:nvGrpSpPr>
        <p:grpSpPr>
          <a:xfrm>
            <a:off x="847723" y="1993900"/>
            <a:ext cx="3409950" cy="4152900"/>
            <a:chOff x="847723" y="1993900"/>
            <a:chExt cx="3409950" cy="4152900"/>
          </a:xfrm>
        </p:grpSpPr>
        <p:sp>
          <p:nvSpPr>
            <p:cNvPr id="38" name="矩形 37">
              <a:extLst>
                <a:ext uri="{FF2B5EF4-FFF2-40B4-BE49-F238E27FC236}">
                  <a16:creationId xmlns:a16="http://schemas.microsoft.com/office/drawing/2014/main" id="{8B3152C7-5B82-362B-302D-F260AD3E641D}"/>
                </a:ext>
              </a:extLst>
            </p:cNvPr>
            <p:cNvSpPr/>
            <p:nvPr/>
          </p:nvSpPr>
          <p:spPr>
            <a:xfrm>
              <a:off x="847723" y="1993900"/>
              <a:ext cx="3409950" cy="4152900"/>
            </a:xfrm>
            <a:prstGeom prst="rect">
              <a:avLst/>
            </a:prstGeom>
            <a:solidFill>
              <a:schemeClr val="bg1">
                <a:lumMod val="95000"/>
                <a:alpha val="9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39" name="图表 38">
              <a:extLst>
                <a:ext uri="{FF2B5EF4-FFF2-40B4-BE49-F238E27FC236}">
                  <a16:creationId xmlns:a16="http://schemas.microsoft.com/office/drawing/2014/main" id="{23C11987-057C-5E72-6AC5-7B5B781B6933}"/>
                </a:ext>
              </a:extLst>
            </p:cNvPr>
            <p:cNvGraphicFramePr/>
            <p:nvPr>
              <p:extLst>
                <p:ext uri="{D42A27DB-BD31-4B8C-83A1-F6EECF244321}">
                  <p14:modId xmlns:p14="http://schemas.microsoft.com/office/powerpoint/2010/main" val="3504785270"/>
                </p:ext>
              </p:extLst>
            </p:nvPr>
          </p:nvGraphicFramePr>
          <p:xfrm>
            <a:off x="990599" y="3313596"/>
            <a:ext cx="3089273" cy="2612572"/>
          </p:xfrm>
          <a:graphic>
            <a:graphicData uri="http://schemas.openxmlformats.org/drawingml/2006/chart">
              <c:chart xmlns:c="http://schemas.openxmlformats.org/drawingml/2006/chart" xmlns:r="http://schemas.openxmlformats.org/officeDocument/2006/relationships" r:id="rId5"/>
            </a:graphicData>
          </a:graphic>
        </p:graphicFrame>
        <p:sp>
          <p:nvSpPr>
            <p:cNvPr id="40" name="矩形 39">
              <a:extLst>
                <a:ext uri="{FF2B5EF4-FFF2-40B4-BE49-F238E27FC236}">
                  <a16:creationId xmlns:a16="http://schemas.microsoft.com/office/drawing/2014/main" id="{3D15AF17-C7D8-A828-1274-C370C0CD6DC3}"/>
                </a:ext>
              </a:extLst>
            </p:cNvPr>
            <p:cNvSpPr/>
            <p:nvPr/>
          </p:nvSpPr>
          <p:spPr>
            <a:xfrm>
              <a:off x="1562094" y="2308257"/>
              <a:ext cx="1981208" cy="461665"/>
            </a:xfrm>
            <a:prstGeom prst="rect">
              <a:avLst/>
            </a:prstGeom>
          </p:spPr>
          <p:txBody>
            <a:bodyPr wrap="square">
              <a:spAutoFit/>
            </a:bodyP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NO.1</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41" name="组合 40">
            <a:extLst>
              <a:ext uri="{FF2B5EF4-FFF2-40B4-BE49-F238E27FC236}">
                <a16:creationId xmlns:a16="http://schemas.microsoft.com/office/drawing/2014/main" id="{2BE8BA5B-D05D-6B84-FC82-87DB8B4D35BD}"/>
              </a:ext>
            </a:extLst>
          </p:cNvPr>
          <p:cNvGrpSpPr/>
          <p:nvPr/>
        </p:nvGrpSpPr>
        <p:grpSpPr>
          <a:xfrm>
            <a:off x="4391025" y="1993900"/>
            <a:ext cx="3409950" cy="4152900"/>
            <a:chOff x="4391025" y="1993900"/>
            <a:chExt cx="3409950" cy="4152900"/>
          </a:xfrm>
        </p:grpSpPr>
        <p:sp>
          <p:nvSpPr>
            <p:cNvPr id="42" name="矩形 41">
              <a:extLst>
                <a:ext uri="{FF2B5EF4-FFF2-40B4-BE49-F238E27FC236}">
                  <a16:creationId xmlns:a16="http://schemas.microsoft.com/office/drawing/2014/main" id="{E990E13C-C4CC-5A72-4532-75164F3D23DF}"/>
                </a:ext>
              </a:extLst>
            </p:cNvPr>
            <p:cNvSpPr/>
            <p:nvPr/>
          </p:nvSpPr>
          <p:spPr>
            <a:xfrm>
              <a:off x="4391025" y="1993900"/>
              <a:ext cx="3409950" cy="4152900"/>
            </a:xfrm>
            <a:prstGeom prst="rect">
              <a:avLst/>
            </a:prstGeom>
            <a:solidFill>
              <a:schemeClr val="bg1">
                <a:lumMod val="95000"/>
                <a:alpha val="9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3" name="图表 42">
              <a:extLst>
                <a:ext uri="{FF2B5EF4-FFF2-40B4-BE49-F238E27FC236}">
                  <a16:creationId xmlns:a16="http://schemas.microsoft.com/office/drawing/2014/main" id="{8B22974C-75C4-FBCF-828B-83FA09C0B9C4}"/>
                </a:ext>
              </a:extLst>
            </p:cNvPr>
            <p:cNvGraphicFramePr/>
            <p:nvPr>
              <p:extLst>
                <p:ext uri="{D42A27DB-BD31-4B8C-83A1-F6EECF244321}">
                  <p14:modId xmlns:p14="http://schemas.microsoft.com/office/powerpoint/2010/main" val="272433938"/>
                </p:ext>
              </p:extLst>
            </p:nvPr>
          </p:nvGraphicFramePr>
          <p:xfrm>
            <a:off x="4627377" y="3313596"/>
            <a:ext cx="2995798" cy="2612572"/>
          </p:xfrm>
          <a:graphic>
            <a:graphicData uri="http://schemas.openxmlformats.org/drawingml/2006/chart">
              <c:chart xmlns:c="http://schemas.openxmlformats.org/drawingml/2006/chart" xmlns:r="http://schemas.openxmlformats.org/officeDocument/2006/relationships" r:id="rId6"/>
            </a:graphicData>
          </a:graphic>
        </p:graphicFrame>
        <p:sp>
          <p:nvSpPr>
            <p:cNvPr id="44" name="矩形 43">
              <a:extLst>
                <a:ext uri="{FF2B5EF4-FFF2-40B4-BE49-F238E27FC236}">
                  <a16:creationId xmlns:a16="http://schemas.microsoft.com/office/drawing/2014/main" id="{BD22C11C-303D-149F-E306-C020988D6FC4}"/>
                </a:ext>
              </a:extLst>
            </p:cNvPr>
            <p:cNvSpPr/>
            <p:nvPr/>
          </p:nvSpPr>
          <p:spPr>
            <a:xfrm>
              <a:off x="4391025" y="2308257"/>
              <a:ext cx="3409950" cy="461665"/>
            </a:xfrm>
            <a:prstGeom prst="rect">
              <a:avLst/>
            </a:prstGeom>
          </p:spPr>
          <p:txBody>
            <a:bodyPr wrap="square">
              <a:spAutoFit/>
            </a:bodyP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NO.2</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45" name="组合 44">
            <a:extLst>
              <a:ext uri="{FF2B5EF4-FFF2-40B4-BE49-F238E27FC236}">
                <a16:creationId xmlns:a16="http://schemas.microsoft.com/office/drawing/2014/main" id="{A450E25E-C8B1-2EE0-9CB6-413B77C52BFA}"/>
              </a:ext>
            </a:extLst>
          </p:cNvPr>
          <p:cNvGrpSpPr/>
          <p:nvPr/>
        </p:nvGrpSpPr>
        <p:grpSpPr>
          <a:xfrm>
            <a:off x="7934326" y="1993900"/>
            <a:ext cx="3409951" cy="4152900"/>
            <a:chOff x="7934326" y="1993900"/>
            <a:chExt cx="3409951" cy="4152900"/>
          </a:xfrm>
        </p:grpSpPr>
        <p:sp>
          <p:nvSpPr>
            <p:cNvPr id="46" name="矩形 45">
              <a:extLst>
                <a:ext uri="{FF2B5EF4-FFF2-40B4-BE49-F238E27FC236}">
                  <a16:creationId xmlns:a16="http://schemas.microsoft.com/office/drawing/2014/main" id="{BA91A45C-9A89-BBFE-9917-03434FCE8811}"/>
                </a:ext>
              </a:extLst>
            </p:cNvPr>
            <p:cNvSpPr/>
            <p:nvPr/>
          </p:nvSpPr>
          <p:spPr>
            <a:xfrm>
              <a:off x="7934327" y="1993900"/>
              <a:ext cx="3409950" cy="4152900"/>
            </a:xfrm>
            <a:prstGeom prst="rect">
              <a:avLst/>
            </a:prstGeom>
            <a:solidFill>
              <a:schemeClr val="bg1">
                <a:lumMod val="95000"/>
                <a:alpha val="9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7" name="图表 46">
              <a:extLst>
                <a:ext uri="{FF2B5EF4-FFF2-40B4-BE49-F238E27FC236}">
                  <a16:creationId xmlns:a16="http://schemas.microsoft.com/office/drawing/2014/main" id="{A53D840C-41F9-8F9D-74E0-2A64D28DC796}"/>
                </a:ext>
              </a:extLst>
            </p:cNvPr>
            <p:cNvGraphicFramePr/>
            <p:nvPr>
              <p:extLst>
                <p:ext uri="{D42A27DB-BD31-4B8C-83A1-F6EECF244321}">
                  <p14:modId xmlns:p14="http://schemas.microsoft.com/office/powerpoint/2010/main" val="2653106706"/>
                </p:ext>
              </p:extLst>
            </p:nvPr>
          </p:nvGraphicFramePr>
          <p:xfrm>
            <a:off x="8077203" y="3313596"/>
            <a:ext cx="3089273" cy="2612572"/>
          </p:xfrm>
          <a:graphic>
            <a:graphicData uri="http://schemas.openxmlformats.org/drawingml/2006/chart">
              <c:chart xmlns:c="http://schemas.openxmlformats.org/drawingml/2006/chart" xmlns:r="http://schemas.openxmlformats.org/officeDocument/2006/relationships" r:id="rId7"/>
            </a:graphicData>
          </a:graphic>
        </p:graphicFrame>
        <p:sp>
          <p:nvSpPr>
            <p:cNvPr id="48" name="矩形 47">
              <a:extLst>
                <a:ext uri="{FF2B5EF4-FFF2-40B4-BE49-F238E27FC236}">
                  <a16:creationId xmlns:a16="http://schemas.microsoft.com/office/drawing/2014/main" id="{9671BFC1-CE44-908A-EF44-653A300A5180}"/>
                </a:ext>
              </a:extLst>
            </p:cNvPr>
            <p:cNvSpPr/>
            <p:nvPr/>
          </p:nvSpPr>
          <p:spPr>
            <a:xfrm>
              <a:off x="7934326" y="2308257"/>
              <a:ext cx="3392487" cy="461665"/>
            </a:xfrm>
            <a:prstGeom prst="rect">
              <a:avLst/>
            </a:prstGeom>
          </p:spPr>
          <p:txBody>
            <a:bodyPr wrap="square">
              <a:spAutoFit/>
            </a:bodyPr>
            <a:lstStyle/>
            <a:p>
              <a:pPr algn="ctr"/>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NO.3</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118271822"/>
      </p:ext>
    </p:extLst>
  </p:cSld>
  <p:clrMapOvr>
    <a:masterClrMapping/>
  </p:clrMapOvr>
  <p:transition spd="slow" advClick="0" advTm="9000">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形 4">
            <a:extLst>
              <a:ext uri="{FF2B5EF4-FFF2-40B4-BE49-F238E27FC236}">
                <a16:creationId xmlns:a16="http://schemas.microsoft.com/office/drawing/2014/main" id="{992ED91C-7AF9-6578-7545-2933B1D7724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50000" b="7746"/>
          <a:stretch/>
        </p:blipFill>
        <p:spPr>
          <a:xfrm>
            <a:off x="6262687" y="1"/>
            <a:ext cx="5929313" cy="8553450"/>
          </a:xfrm>
          <a:prstGeom prst="rect">
            <a:avLst/>
          </a:prstGeom>
        </p:spPr>
      </p:pic>
      <p:pic>
        <p:nvPicPr>
          <p:cNvPr id="3" name="图片 2">
            <a:extLst>
              <a:ext uri="{FF2B5EF4-FFF2-40B4-BE49-F238E27FC236}">
                <a16:creationId xmlns:a16="http://schemas.microsoft.com/office/drawing/2014/main" id="{B291EAAF-FB0E-FE1F-5633-647A856B67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3544" y="-107295"/>
            <a:ext cx="10857379" cy="8447040"/>
          </a:xfrm>
          <a:prstGeom prst="rect">
            <a:avLst/>
          </a:prstGeom>
        </p:spPr>
      </p:pic>
      <p:sp>
        <p:nvSpPr>
          <p:cNvPr id="6" name="文本框 5">
            <a:extLst>
              <a:ext uri="{FF2B5EF4-FFF2-40B4-BE49-F238E27FC236}">
                <a16:creationId xmlns:a16="http://schemas.microsoft.com/office/drawing/2014/main" id="{C14B012B-AFAF-55EF-AA64-C8CBEE26EBB0}"/>
              </a:ext>
            </a:extLst>
          </p:cNvPr>
          <p:cNvSpPr txBox="1"/>
          <p:nvPr/>
        </p:nvSpPr>
        <p:spPr>
          <a:xfrm>
            <a:off x="2481601" y="1864929"/>
            <a:ext cx="7228798" cy="1862048"/>
          </a:xfrm>
          <a:prstGeom prst="rect">
            <a:avLst/>
          </a:prstGeom>
          <a:noFill/>
        </p:spPr>
        <p:txBody>
          <a:bodyPr wrap="square" rtlCol="0">
            <a:spAutoFit/>
          </a:bodyPr>
          <a:lstStyle/>
          <a:p>
            <a:pPr lvl="0" algn="dist" defTabSz="914400">
              <a:defRPr/>
            </a:pPr>
            <a:r>
              <a:rPr lang="en-US" altLang="zh-CN" sz="11500" b="1" dirty="0">
                <a:ln w="5080">
                  <a:noFill/>
                </a:ln>
                <a:solidFill>
                  <a:schemeClr val="tx1">
                    <a:lumMod val="85000"/>
                    <a:lumOff val="15000"/>
                  </a:schemeClr>
                </a:solidFill>
                <a:latin typeface="微软雅黑" panose="020B0503020204020204" pitchFamily="34" charset="-122"/>
                <a:ea typeface="微软雅黑" panose="020B0503020204020204" pitchFamily="34" charset="-122"/>
              </a:rPr>
              <a:t>THANKS</a:t>
            </a:r>
            <a:endParaRPr lang="en-US" altLang="zh-CN" sz="13800" b="1" dirty="0">
              <a:ln w="5080">
                <a:noFill/>
              </a:ln>
              <a:solidFill>
                <a:schemeClr val="tx1">
                  <a:lumMod val="85000"/>
                  <a:lumOff val="15000"/>
                </a:schemeClr>
              </a:solidFill>
              <a:latin typeface="Avenir Next" panose="020B0503020202020204" pitchFamily="34" charset="0"/>
              <a:ea typeface="微软雅黑 Light" panose="020B0502040204020203" pitchFamily="34" charset="-122"/>
            </a:endParaRPr>
          </a:p>
        </p:txBody>
      </p:sp>
      <p:sp>
        <p:nvSpPr>
          <p:cNvPr id="7" name="文本框 6">
            <a:extLst>
              <a:ext uri="{FF2B5EF4-FFF2-40B4-BE49-F238E27FC236}">
                <a16:creationId xmlns:a16="http://schemas.microsoft.com/office/drawing/2014/main" id="{A4415F8D-8111-0ED0-C7BC-64BC0BEF95ED}"/>
              </a:ext>
            </a:extLst>
          </p:cNvPr>
          <p:cNvSpPr txBox="1"/>
          <p:nvPr/>
        </p:nvSpPr>
        <p:spPr>
          <a:xfrm>
            <a:off x="2936695" y="3471141"/>
            <a:ext cx="6318610" cy="923330"/>
          </a:xfrm>
          <a:prstGeom prst="rect">
            <a:avLst/>
          </a:prstGeom>
          <a:noFill/>
        </p:spPr>
        <p:txBody>
          <a:bodyPr wrap="square" rtlCol="0">
            <a:spAutoFit/>
          </a:bodyPr>
          <a:lstStyle/>
          <a:p>
            <a:pPr algn="ctr"/>
            <a:r>
              <a:rPr kumimoji="1" lang="zh-CN" altLang="en-US" sz="5400" b="1" dirty="0">
                <a:solidFill>
                  <a:schemeClr val="tx1">
                    <a:lumMod val="85000"/>
                    <a:lumOff val="15000"/>
                  </a:schemeClr>
                </a:solidFill>
                <a:latin typeface="Microsoft YaHei" panose="020B0503020204020204" pitchFamily="34" charset="-122"/>
                <a:ea typeface="Microsoft YaHei" panose="020B0503020204020204" pitchFamily="34" charset="-122"/>
              </a:rPr>
              <a:t>谢谢</a:t>
            </a:r>
          </a:p>
        </p:txBody>
      </p:sp>
    </p:spTree>
    <p:extLst>
      <p:ext uri="{BB962C8B-B14F-4D97-AF65-F5344CB8AC3E}">
        <p14:creationId xmlns:p14="http://schemas.microsoft.com/office/powerpoint/2010/main" val="489222826"/>
      </p:ext>
    </p:extLst>
  </p:cSld>
  <p:clrMapOvr>
    <a:masterClrMapping/>
  </p:clrMapOvr>
  <p:transition spd="slow" advClick="0" advTm="6000">
    <p:push di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1008</TotalTime>
  <Words>737</Words>
  <Application>Microsoft Office PowerPoint</Application>
  <PresentationFormat>宽屏</PresentationFormat>
  <Paragraphs>59</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微软雅黑</vt:lpstr>
      <vt:lpstr>Arial</vt:lpstr>
      <vt:lpstr>等线</vt:lpstr>
      <vt:lpstr>微软雅黑</vt:lpstr>
      <vt:lpstr>Avenir Next</vt:lpstr>
      <vt:lpstr>印品黑体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丁俊</dc:creator>
  <cp:lastModifiedBy>俊</cp:lastModifiedBy>
  <cp:revision>66</cp:revision>
  <dcterms:created xsi:type="dcterms:W3CDTF">2019-03-31T03:58:23Z</dcterms:created>
  <dcterms:modified xsi:type="dcterms:W3CDTF">2022-05-16T08:39:17Z</dcterms:modified>
</cp:coreProperties>
</file>